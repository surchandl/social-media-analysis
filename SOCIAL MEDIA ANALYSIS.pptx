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274" r:id="rId3"/>
    <p:sldId id="258" r:id="rId4"/>
    <p:sldId id="257" r:id="rId5"/>
    <p:sldId id="260" r:id="rId6"/>
    <p:sldId id="261" r:id="rId7"/>
    <p:sldId id="262" r:id="rId8"/>
    <p:sldId id="263" r:id="rId9"/>
    <p:sldId id="266" r:id="rId10"/>
    <p:sldId id="267" r:id="rId11"/>
    <p:sldId id="269" r:id="rId12"/>
    <p:sldId id="265" r:id="rId13"/>
    <p:sldId id="264" r:id="rId14"/>
    <p:sldId id="275" r:id="rId15"/>
    <p:sldId id="268" r:id="rId16"/>
    <p:sldId id="273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3A031F-B0C9-420E-BF69-451994C8E4FC}" v="23" dt="2025-09-24T12:15:17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–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spire4858@gmail.com" userId="6c4442cd9607bb11" providerId="LiveId" clId="{C69592C6-6309-4EC1-A74F-472841A79589}"/>
    <pc:docChg chg="undo custSel addSld delSld modSld sldOrd">
      <pc:chgData name="inspire4858@gmail.com" userId="6c4442cd9607bb11" providerId="LiveId" clId="{C69592C6-6309-4EC1-A74F-472841A79589}" dt="2025-09-24T12:15:17.221" v="738"/>
      <pc:docMkLst>
        <pc:docMk/>
      </pc:docMkLst>
      <pc:sldChg chg="modSp mod">
        <pc:chgData name="inspire4858@gmail.com" userId="6c4442cd9607bb11" providerId="LiveId" clId="{C69592C6-6309-4EC1-A74F-472841A79589}" dt="2025-09-24T11:42:39.307" v="5" actId="12"/>
        <pc:sldMkLst>
          <pc:docMk/>
          <pc:sldMk cId="1458919825" sldId="257"/>
        </pc:sldMkLst>
        <pc:spChg chg="mod">
          <ac:chgData name="inspire4858@gmail.com" userId="6c4442cd9607bb11" providerId="LiveId" clId="{C69592C6-6309-4EC1-A74F-472841A79589}" dt="2025-09-24T11:42:39.307" v="5" actId="12"/>
          <ac:spMkLst>
            <pc:docMk/>
            <pc:sldMk cId="1458919825" sldId="257"/>
            <ac:spMk id="3" creationId="{7C98FB4D-E557-1944-AFE9-F1524537E6F8}"/>
          </ac:spMkLst>
        </pc:spChg>
      </pc:sldChg>
      <pc:sldChg chg="modSp mod">
        <pc:chgData name="inspire4858@gmail.com" userId="6c4442cd9607bb11" providerId="LiveId" clId="{C69592C6-6309-4EC1-A74F-472841A79589}" dt="2025-09-24T11:43:47.558" v="34" actId="20577"/>
        <pc:sldMkLst>
          <pc:docMk/>
          <pc:sldMk cId="1683689329" sldId="258"/>
        </pc:sldMkLst>
        <pc:spChg chg="mod">
          <ac:chgData name="inspire4858@gmail.com" userId="6c4442cd9607bb11" providerId="LiveId" clId="{C69592C6-6309-4EC1-A74F-472841A79589}" dt="2025-09-24T11:43:47.558" v="34" actId="20577"/>
          <ac:spMkLst>
            <pc:docMk/>
            <pc:sldMk cId="1683689329" sldId="258"/>
            <ac:spMk id="21" creationId="{D67174FA-554D-DF15-3000-02735512B0D0}"/>
          </ac:spMkLst>
        </pc:spChg>
      </pc:sldChg>
      <pc:sldChg chg="modSp mod">
        <pc:chgData name="inspire4858@gmail.com" userId="6c4442cd9607bb11" providerId="LiveId" clId="{C69592C6-6309-4EC1-A74F-472841A79589}" dt="2025-09-24T11:43:13.601" v="17" actId="20577"/>
        <pc:sldMkLst>
          <pc:docMk/>
          <pc:sldMk cId="3912730145" sldId="260"/>
        </pc:sldMkLst>
        <pc:spChg chg="mod">
          <ac:chgData name="inspire4858@gmail.com" userId="6c4442cd9607bb11" providerId="LiveId" clId="{C69592C6-6309-4EC1-A74F-472841A79589}" dt="2025-09-24T11:42:51.561" v="8" actId="20577"/>
          <ac:spMkLst>
            <pc:docMk/>
            <pc:sldMk cId="3912730145" sldId="260"/>
            <ac:spMk id="3" creationId="{7F8D3119-3852-994A-F51A-88284C4818F7}"/>
          </ac:spMkLst>
        </pc:spChg>
        <pc:spChg chg="mod">
          <ac:chgData name="inspire4858@gmail.com" userId="6c4442cd9607bb11" providerId="LiveId" clId="{C69592C6-6309-4EC1-A74F-472841A79589}" dt="2025-09-24T11:43:03.072" v="12" actId="20577"/>
          <ac:spMkLst>
            <pc:docMk/>
            <pc:sldMk cId="3912730145" sldId="260"/>
            <ac:spMk id="4" creationId="{E1DF8A9A-840F-60BB-4A48-990DEACDE3F8}"/>
          </ac:spMkLst>
        </pc:spChg>
        <pc:spChg chg="mod">
          <ac:chgData name="inspire4858@gmail.com" userId="6c4442cd9607bb11" providerId="LiveId" clId="{C69592C6-6309-4EC1-A74F-472841A79589}" dt="2025-09-24T11:43:13.601" v="17" actId="20577"/>
          <ac:spMkLst>
            <pc:docMk/>
            <pc:sldMk cId="3912730145" sldId="260"/>
            <ac:spMk id="5" creationId="{81F1DFF6-C958-4540-2B08-C555930B962A}"/>
          </ac:spMkLst>
        </pc:spChg>
      </pc:sldChg>
      <pc:sldChg chg="addSp delSp modSp mod">
        <pc:chgData name="inspire4858@gmail.com" userId="6c4442cd9607bb11" providerId="LiveId" clId="{C69592C6-6309-4EC1-A74F-472841A79589}" dt="2025-09-24T11:58:14.938" v="436" actId="1076"/>
        <pc:sldMkLst>
          <pc:docMk/>
          <pc:sldMk cId="4118350714" sldId="263"/>
        </pc:sldMkLst>
        <pc:spChg chg="mod">
          <ac:chgData name="inspire4858@gmail.com" userId="6c4442cd9607bb11" providerId="LiveId" clId="{C69592C6-6309-4EC1-A74F-472841A79589}" dt="2025-09-24T11:58:14.938" v="436" actId="1076"/>
          <ac:spMkLst>
            <pc:docMk/>
            <pc:sldMk cId="4118350714" sldId="263"/>
            <ac:spMk id="2" creationId="{FA8CBA90-243B-F77A-89A3-DDB05F4CF677}"/>
          </ac:spMkLst>
        </pc:spChg>
        <pc:spChg chg="mod">
          <ac:chgData name="inspire4858@gmail.com" userId="6c4442cd9607bb11" providerId="LiveId" clId="{C69592C6-6309-4EC1-A74F-472841A79589}" dt="2025-09-24T11:57:25.121" v="429" actId="1076"/>
          <ac:spMkLst>
            <pc:docMk/>
            <pc:sldMk cId="4118350714" sldId="263"/>
            <ac:spMk id="3" creationId="{1BF7C654-1ED6-1181-991E-F35B5483EE0E}"/>
          </ac:spMkLst>
        </pc:spChg>
        <pc:spChg chg="add del mod">
          <ac:chgData name="inspire4858@gmail.com" userId="6c4442cd9607bb11" providerId="LiveId" clId="{C69592C6-6309-4EC1-A74F-472841A79589}" dt="2025-09-24T11:56:29.008" v="416" actId="478"/>
          <ac:spMkLst>
            <pc:docMk/>
            <pc:sldMk cId="4118350714" sldId="263"/>
            <ac:spMk id="4" creationId="{2DCA364D-AEAA-ED8F-F4C5-E5FDD101E4A6}"/>
          </ac:spMkLst>
        </pc:spChg>
        <pc:spChg chg="del">
          <ac:chgData name="inspire4858@gmail.com" userId="6c4442cd9607bb11" providerId="LiveId" clId="{C69592C6-6309-4EC1-A74F-472841A79589}" dt="2025-09-24T11:44:16.010" v="37" actId="478"/>
          <ac:spMkLst>
            <pc:docMk/>
            <pc:sldMk cId="4118350714" sldId="263"/>
            <ac:spMk id="5" creationId="{6D9A9F6A-589D-CC36-139D-D2CF046977F6}"/>
          </ac:spMkLst>
        </pc:spChg>
        <pc:spChg chg="del mod">
          <ac:chgData name="inspire4858@gmail.com" userId="6c4442cd9607bb11" providerId="LiveId" clId="{C69592C6-6309-4EC1-A74F-472841A79589}" dt="2025-09-24T11:56:58.414" v="420" actId="478"/>
          <ac:spMkLst>
            <pc:docMk/>
            <pc:sldMk cId="4118350714" sldId="263"/>
            <ac:spMk id="6" creationId="{B7CD6DD9-8A5B-80C3-B807-4ECDCF18F474}"/>
          </ac:spMkLst>
        </pc:spChg>
        <pc:spChg chg="add del mod">
          <ac:chgData name="inspire4858@gmail.com" userId="6c4442cd9607bb11" providerId="LiveId" clId="{C69592C6-6309-4EC1-A74F-472841A79589}" dt="2025-09-24T11:56:32.106" v="417" actId="478"/>
          <ac:spMkLst>
            <pc:docMk/>
            <pc:sldMk cId="4118350714" sldId="263"/>
            <ac:spMk id="9" creationId="{9E518718-7287-B74E-1902-CA78F4337543}"/>
          </ac:spMkLst>
        </pc:spChg>
        <pc:spChg chg="add del">
          <ac:chgData name="inspire4858@gmail.com" userId="6c4442cd9607bb11" providerId="LiveId" clId="{C69592C6-6309-4EC1-A74F-472841A79589}" dt="2025-09-24T11:45:38.973" v="62" actId="478"/>
          <ac:spMkLst>
            <pc:docMk/>
            <pc:sldMk cId="4118350714" sldId="263"/>
            <ac:spMk id="10" creationId="{0C6F53C4-A5C7-A2A0-4D10-72E28286A240}"/>
          </ac:spMkLst>
        </pc:spChg>
        <pc:spChg chg="del">
          <ac:chgData name="inspire4858@gmail.com" userId="6c4442cd9607bb11" providerId="LiveId" clId="{C69592C6-6309-4EC1-A74F-472841A79589}" dt="2025-09-24T11:44:51.285" v="58" actId="478"/>
          <ac:spMkLst>
            <pc:docMk/>
            <pc:sldMk cId="4118350714" sldId="263"/>
            <ac:spMk id="11" creationId="{63EC2486-3C26-2AAE-5E2F-9F7A53BC37EB}"/>
          </ac:spMkLst>
        </pc:spChg>
        <pc:spChg chg="add mod">
          <ac:chgData name="inspire4858@gmail.com" userId="6c4442cd9607bb11" providerId="LiveId" clId="{C69592C6-6309-4EC1-A74F-472841A79589}" dt="2025-09-24T11:57:48.713" v="433" actId="1076"/>
          <ac:spMkLst>
            <pc:docMk/>
            <pc:sldMk cId="4118350714" sldId="263"/>
            <ac:spMk id="13" creationId="{7BA0072E-7989-2A22-3DBC-1330880FD064}"/>
          </ac:spMkLst>
        </pc:spChg>
        <pc:graphicFrameChg chg="del">
          <ac:chgData name="inspire4858@gmail.com" userId="6c4442cd9607bb11" providerId="LiveId" clId="{C69592C6-6309-4EC1-A74F-472841A79589}" dt="2025-09-24T11:57:01" v="422" actId="478"/>
          <ac:graphicFrameMkLst>
            <pc:docMk/>
            <pc:sldMk cId="4118350714" sldId="263"/>
            <ac:graphicFrameMk id="7" creationId="{458504B2-4391-FDA5-CB19-02D2257D80A4}"/>
          </ac:graphicFrameMkLst>
        </pc:graphicFrameChg>
        <pc:graphicFrameChg chg="del">
          <ac:chgData name="inspire4858@gmail.com" userId="6c4442cd9607bb11" providerId="LiveId" clId="{C69592C6-6309-4EC1-A74F-472841A79589}" dt="2025-09-24T11:56:59.733" v="421" actId="478"/>
          <ac:graphicFrameMkLst>
            <pc:docMk/>
            <pc:sldMk cId="4118350714" sldId="263"/>
            <ac:graphicFrameMk id="8" creationId="{EEC42030-046C-68BF-DB75-505C3023B9DE}"/>
          </ac:graphicFrameMkLst>
        </pc:graphicFrameChg>
        <pc:graphicFrameChg chg="add mod">
          <ac:chgData name="inspire4858@gmail.com" userId="6c4442cd9607bb11" providerId="LiveId" clId="{C69592C6-6309-4EC1-A74F-472841A79589}" dt="2025-09-24T11:57:52.626" v="435" actId="14100"/>
          <ac:graphicFrameMkLst>
            <pc:docMk/>
            <pc:sldMk cId="4118350714" sldId="263"/>
            <ac:graphicFrameMk id="12" creationId="{DBFA0FF9-F2DE-7211-5F84-5F59D63BA10F}"/>
          </ac:graphicFrameMkLst>
        </pc:graphicFrameChg>
      </pc:sldChg>
      <pc:sldChg chg="addSp delSp modSp mod ord">
        <pc:chgData name="inspire4858@gmail.com" userId="6c4442cd9607bb11" providerId="LiveId" clId="{C69592C6-6309-4EC1-A74F-472841A79589}" dt="2025-09-24T12:10:41.358" v="710" actId="478"/>
        <pc:sldMkLst>
          <pc:docMk/>
          <pc:sldMk cId="3275518486" sldId="264"/>
        </pc:sldMkLst>
        <pc:spChg chg="del mod">
          <ac:chgData name="inspire4858@gmail.com" userId="6c4442cd9607bb11" providerId="LiveId" clId="{C69592C6-6309-4EC1-A74F-472841A79589}" dt="2025-09-24T12:00:20.041" v="445" actId="478"/>
          <ac:spMkLst>
            <pc:docMk/>
            <pc:sldMk cId="3275518486" sldId="264"/>
            <ac:spMk id="3" creationId="{164A8549-F5C7-0803-6F48-93E38B4D977D}"/>
          </ac:spMkLst>
        </pc:spChg>
        <pc:spChg chg="add mod">
          <ac:chgData name="inspire4858@gmail.com" userId="6c4442cd9607bb11" providerId="LiveId" clId="{C69592C6-6309-4EC1-A74F-472841A79589}" dt="2025-09-24T12:09:53.746" v="705" actId="1076"/>
          <ac:spMkLst>
            <pc:docMk/>
            <pc:sldMk cId="3275518486" sldId="264"/>
            <ac:spMk id="4" creationId="{3553B281-6BA2-CA61-49CD-FC41D643B37F}"/>
          </ac:spMkLst>
        </pc:spChg>
        <pc:spChg chg="add mod">
          <ac:chgData name="inspire4858@gmail.com" userId="6c4442cd9607bb11" providerId="LiveId" clId="{C69592C6-6309-4EC1-A74F-472841A79589}" dt="2025-09-24T12:10:00.384" v="706" actId="1076"/>
          <ac:spMkLst>
            <pc:docMk/>
            <pc:sldMk cId="3275518486" sldId="264"/>
            <ac:spMk id="5" creationId="{42E4E781-3E15-1D57-44D8-FAD8C7DD0CA6}"/>
          </ac:spMkLst>
        </pc:spChg>
        <pc:spChg chg="del">
          <ac:chgData name="inspire4858@gmail.com" userId="6c4442cd9607bb11" providerId="LiveId" clId="{C69592C6-6309-4EC1-A74F-472841A79589}" dt="2025-09-24T12:00:21.967" v="446" actId="478"/>
          <ac:spMkLst>
            <pc:docMk/>
            <pc:sldMk cId="3275518486" sldId="264"/>
            <ac:spMk id="6" creationId="{281AF826-DAA1-A8DD-DAAF-E8432D46C16C}"/>
          </ac:spMkLst>
        </pc:spChg>
        <pc:spChg chg="add del mod">
          <ac:chgData name="inspire4858@gmail.com" userId="6c4442cd9607bb11" providerId="LiveId" clId="{C69592C6-6309-4EC1-A74F-472841A79589}" dt="2025-09-24T12:10:41.358" v="710" actId="478"/>
          <ac:spMkLst>
            <pc:docMk/>
            <pc:sldMk cId="3275518486" sldId="264"/>
            <ac:spMk id="7" creationId="{AF177F12-1048-1065-D572-46112D1DA9E7}"/>
          </ac:spMkLst>
        </pc:spChg>
        <pc:graphicFrameChg chg="del">
          <ac:chgData name="inspire4858@gmail.com" userId="6c4442cd9607bb11" providerId="LiveId" clId="{C69592C6-6309-4EC1-A74F-472841A79589}" dt="2025-09-24T12:00:18.002" v="444" actId="478"/>
          <ac:graphicFrameMkLst>
            <pc:docMk/>
            <pc:sldMk cId="3275518486" sldId="264"/>
            <ac:graphicFrameMk id="2" creationId="{80E53CD8-B9D9-92DA-62F2-F9A3E9CA93CC}"/>
          </ac:graphicFrameMkLst>
        </pc:graphicFrameChg>
      </pc:sldChg>
      <pc:sldChg chg="modSp mod ord">
        <pc:chgData name="inspire4858@gmail.com" userId="6c4442cd9607bb11" providerId="LiveId" clId="{C69592C6-6309-4EC1-A74F-472841A79589}" dt="2025-09-24T12:14:20.284" v="737"/>
        <pc:sldMkLst>
          <pc:docMk/>
          <pc:sldMk cId="1897151638" sldId="265"/>
        </pc:sldMkLst>
        <pc:spChg chg="mod">
          <ac:chgData name="inspire4858@gmail.com" userId="6c4442cd9607bb11" providerId="LiveId" clId="{C69592C6-6309-4EC1-A74F-472841A79589}" dt="2025-09-24T11:59:34.740" v="443" actId="122"/>
          <ac:spMkLst>
            <pc:docMk/>
            <pc:sldMk cId="1897151638" sldId="265"/>
            <ac:spMk id="2" creationId="{C77D6DE1-48E5-941E-2732-AAB94ED4CC4D}"/>
          </ac:spMkLst>
        </pc:spChg>
        <pc:spChg chg="mod">
          <ac:chgData name="inspire4858@gmail.com" userId="6c4442cd9607bb11" providerId="LiveId" clId="{C69592C6-6309-4EC1-A74F-472841A79589}" dt="2025-09-24T12:10:55.898" v="714" actId="14100"/>
          <ac:spMkLst>
            <pc:docMk/>
            <pc:sldMk cId="1897151638" sldId="265"/>
            <ac:spMk id="4" creationId="{8808D6F6-6F3D-690B-4763-92B3F5FA5B02}"/>
          </ac:spMkLst>
        </pc:spChg>
        <pc:graphicFrameChg chg="mod">
          <ac:chgData name="inspire4858@gmail.com" userId="6c4442cd9607bb11" providerId="LiveId" clId="{C69592C6-6309-4EC1-A74F-472841A79589}" dt="2025-09-24T12:10:48.809" v="712" actId="14100"/>
          <ac:graphicFrameMkLst>
            <pc:docMk/>
            <pc:sldMk cId="1897151638" sldId="265"/>
            <ac:graphicFrameMk id="3" creationId="{63833FD4-146C-489B-B451-9002937B1329}"/>
          </ac:graphicFrameMkLst>
        </pc:graphicFrameChg>
      </pc:sldChg>
      <pc:sldChg chg="addSp delSp modSp mod">
        <pc:chgData name="inspire4858@gmail.com" userId="6c4442cd9607bb11" providerId="LiveId" clId="{C69592C6-6309-4EC1-A74F-472841A79589}" dt="2025-09-24T12:07:50.274" v="699" actId="1076"/>
        <pc:sldMkLst>
          <pc:docMk/>
          <pc:sldMk cId="3263556049" sldId="266"/>
        </pc:sldMkLst>
        <pc:spChg chg="mod">
          <ac:chgData name="inspire4858@gmail.com" userId="6c4442cd9607bb11" providerId="LiveId" clId="{C69592C6-6309-4EC1-A74F-472841A79589}" dt="2025-09-24T11:50:12.072" v="347"/>
          <ac:spMkLst>
            <pc:docMk/>
            <pc:sldMk cId="3263556049" sldId="266"/>
            <ac:spMk id="2" creationId="{6158FB47-6018-85F5-DE87-626E81EE35C9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4" creationId="{58972630-342A-732C-DA2E-98A409A8A1A4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5" creationId="{E65CF8D9-6194-D2D9-2BBC-8FC9EDE31CCA}"/>
          </ac:spMkLst>
        </pc:spChg>
        <pc:spChg chg="del mod">
          <ac:chgData name="inspire4858@gmail.com" userId="6c4442cd9607bb11" providerId="LiveId" clId="{C69592C6-6309-4EC1-A74F-472841A79589}" dt="2025-09-24T12:04:24.742" v="545" actId="478"/>
          <ac:spMkLst>
            <pc:docMk/>
            <pc:sldMk cId="3263556049" sldId="266"/>
            <ac:spMk id="8" creationId="{19CFBE9C-7480-B100-2B3C-58365A0F7A50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0" creationId="{6A0BE5AD-341B-476C-4401-80E41159EFC1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1" creationId="{8C19B87A-7649-2580-CF49-D6A98242FFB7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2" creationId="{8C69D048-F929-51A9-7355-517AA53C83B3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3" creationId="{BFF58725-AE53-51F1-0850-E560BAD006C0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6" creationId="{D84CBDD9-4D30-6EFE-B45B-02A52EBFA982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7" creationId="{D4A7F870-B5CE-2A48-3615-98FB50F9F2EE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8" creationId="{6785F5CC-5924-5F42-6D1C-5A07796EB5A2}"/>
          </ac:spMkLst>
        </pc:spChg>
        <pc:spChg chg="add mod">
          <ac:chgData name="inspire4858@gmail.com" userId="6c4442cd9607bb11" providerId="LiveId" clId="{C69592C6-6309-4EC1-A74F-472841A79589}" dt="2025-09-24T11:51:56.713" v="389"/>
          <ac:spMkLst>
            <pc:docMk/>
            <pc:sldMk cId="3263556049" sldId="266"/>
            <ac:spMk id="19" creationId="{FA8904F2-16AA-E321-19AB-3E06D5DFB732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26" creationId="{830714D7-4E1C-56E3-BFB1-D03CB76A0DE7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27" creationId="{139ED1BA-81C6-6BA4-C6D8-4C7BE61C2317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28" creationId="{A7C176EF-E254-FF72-C120-6BE8F0F8AA14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29" creationId="{AF117D09-C35F-A8DE-22B7-E2AC9B5EA5D2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1" creationId="{6EDFEA9F-ADE5-96EC-819E-D4CBC2C34867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2" creationId="{0D42D123-157B-04BA-25CD-76DDF6997AF2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4" creationId="{35DC74ED-DD50-4228-09CB-A245F5A1E468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6" creationId="{BF795936-2189-34F1-6514-7CCCB04FDC43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8" creationId="{2169A321-4ACE-1DDF-FC3B-BDFFBB0A8EEC}"/>
          </ac:spMkLst>
        </pc:spChg>
        <pc:spChg chg="mod">
          <ac:chgData name="inspire4858@gmail.com" userId="6c4442cd9607bb11" providerId="LiveId" clId="{C69592C6-6309-4EC1-A74F-472841A79589}" dt="2025-09-24T11:53:00.383" v="396"/>
          <ac:spMkLst>
            <pc:docMk/>
            <pc:sldMk cId="3263556049" sldId="266"/>
            <ac:spMk id="39" creationId="{A24C3094-822C-8305-7A2B-D6771A01EE27}"/>
          </ac:spMkLst>
        </pc:spChg>
        <pc:spChg chg="add del mod">
          <ac:chgData name="inspire4858@gmail.com" userId="6c4442cd9607bb11" providerId="LiveId" clId="{C69592C6-6309-4EC1-A74F-472841A79589}" dt="2025-09-24T11:54:52.698" v="414" actId="478"/>
          <ac:spMkLst>
            <pc:docMk/>
            <pc:sldMk cId="3263556049" sldId="266"/>
            <ac:spMk id="45" creationId="{D6F434AF-DD90-EBB3-4FDF-0ACBEE1CE4D3}"/>
          </ac:spMkLst>
        </pc:spChg>
        <pc:spChg chg="add mod">
          <ac:chgData name="inspire4858@gmail.com" userId="6c4442cd9607bb11" providerId="LiveId" clId="{C69592C6-6309-4EC1-A74F-472841A79589}" dt="2025-09-24T12:07:50.274" v="699" actId="1076"/>
          <ac:spMkLst>
            <pc:docMk/>
            <pc:sldMk cId="3263556049" sldId="266"/>
            <ac:spMk id="46" creationId="{F470143A-21B7-5010-5881-4C17AC62DA28}"/>
          </ac:spMkLst>
        </pc:spChg>
        <pc:grpChg chg="del mod">
          <ac:chgData name="inspire4858@gmail.com" userId="6c4442cd9607bb11" providerId="LiveId" clId="{C69592C6-6309-4EC1-A74F-472841A79589}" dt="2025-09-24T12:04:08.875" v="543" actId="478"/>
          <ac:grpSpMkLst>
            <pc:docMk/>
            <pc:sldMk cId="3263556049" sldId="266"/>
            <ac:grpSpMk id="3" creationId="{4DE05BD1-1E28-5B39-9E30-3742D287D84C}"/>
          </ac:grpSpMkLst>
        </pc:grpChg>
        <pc:grpChg chg="del mod">
          <ac:chgData name="inspire4858@gmail.com" userId="6c4442cd9607bb11" providerId="LiveId" clId="{C69592C6-6309-4EC1-A74F-472841A79589}" dt="2025-09-24T11:53:04.014" v="398" actId="478"/>
          <ac:grpSpMkLst>
            <pc:docMk/>
            <pc:sldMk cId="3263556049" sldId="266"/>
            <ac:grpSpMk id="25" creationId="{28358C5D-BF58-C2A3-A1C3-9232392AA9F4}"/>
          </ac:grpSpMkLst>
        </pc:grpChg>
        <pc:graphicFrameChg chg="mod modGraphic">
          <ac:chgData name="inspire4858@gmail.com" userId="6c4442cd9607bb11" providerId="LiveId" clId="{C69592C6-6309-4EC1-A74F-472841A79589}" dt="2025-09-24T12:06:46.186" v="566" actId="1076"/>
          <ac:graphicFrameMkLst>
            <pc:docMk/>
            <pc:sldMk cId="3263556049" sldId="266"/>
            <ac:graphicFrameMk id="6" creationId="{65941929-F069-7B94-546D-544F1C4EB7CD}"/>
          </ac:graphicFrameMkLst>
        </pc:graphicFrameChg>
      </pc:sldChg>
      <pc:sldChg chg="modSp mod">
        <pc:chgData name="inspire4858@gmail.com" userId="6c4442cd9607bb11" providerId="LiveId" clId="{C69592C6-6309-4EC1-A74F-472841A79589}" dt="2025-09-24T12:01:16.825" v="459" actId="14100"/>
        <pc:sldMkLst>
          <pc:docMk/>
          <pc:sldMk cId="2292214094" sldId="267"/>
        </pc:sldMkLst>
        <pc:spChg chg="mod">
          <ac:chgData name="inspire4858@gmail.com" userId="6c4442cd9607bb11" providerId="LiveId" clId="{C69592C6-6309-4EC1-A74F-472841A79589}" dt="2025-09-24T12:00:50.361" v="452" actId="1076"/>
          <ac:spMkLst>
            <pc:docMk/>
            <pc:sldMk cId="2292214094" sldId="267"/>
            <ac:spMk id="4" creationId="{844B7936-4328-473E-B9BC-2E11AA28EBF8}"/>
          </ac:spMkLst>
        </pc:spChg>
        <pc:spChg chg="mod">
          <ac:chgData name="inspire4858@gmail.com" userId="6c4442cd9607bb11" providerId="LiveId" clId="{C69592C6-6309-4EC1-A74F-472841A79589}" dt="2025-09-24T12:01:13.634" v="458" actId="1076"/>
          <ac:spMkLst>
            <pc:docMk/>
            <pc:sldMk cId="2292214094" sldId="267"/>
            <ac:spMk id="5" creationId="{8FB83128-122D-915A-2C5F-8AFDABC1D9AC}"/>
          </ac:spMkLst>
        </pc:spChg>
        <pc:graphicFrameChg chg="mod">
          <ac:chgData name="inspire4858@gmail.com" userId="6c4442cd9607bb11" providerId="LiveId" clId="{C69592C6-6309-4EC1-A74F-472841A79589}" dt="2025-09-24T12:01:16.825" v="459" actId="14100"/>
          <ac:graphicFrameMkLst>
            <pc:docMk/>
            <pc:sldMk cId="2292214094" sldId="267"/>
            <ac:graphicFrameMk id="3" creationId="{11E4847B-7CDC-5D1F-8452-8AD0D79D51B3}"/>
          </ac:graphicFrameMkLst>
        </pc:graphicFrameChg>
      </pc:sldChg>
      <pc:sldChg chg="addSp modSp mod">
        <pc:chgData name="inspire4858@gmail.com" userId="6c4442cd9607bb11" providerId="LiveId" clId="{C69592C6-6309-4EC1-A74F-472841A79589}" dt="2025-09-24T12:12:28.606" v="719" actId="113"/>
        <pc:sldMkLst>
          <pc:docMk/>
          <pc:sldMk cId="801694154" sldId="268"/>
        </pc:sldMkLst>
        <pc:spChg chg="mod">
          <ac:chgData name="inspire4858@gmail.com" userId="6c4442cd9607bb11" providerId="LiveId" clId="{C69592C6-6309-4EC1-A74F-472841A79589}" dt="2025-09-24T12:12:28.606" v="719" actId="113"/>
          <ac:spMkLst>
            <pc:docMk/>
            <pc:sldMk cId="801694154" sldId="268"/>
            <ac:spMk id="2" creationId="{E7D1F488-87DE-2A67-CAD6-79AFA0BE8CF3}"/>
          </ac:spMkLst>
        </pc:spChg>
        <pc:spChg chg="add mod">
          <ac:chgData name="inspire4858@gmail.com" userId="6c4442cd9607bb11" providerId="LiveId" clId="{C69592C6-6309-4EC1-A74F-472841A79589}" dt="2025-09-24T12:10:20.065" v="708" actId="1076"/>
          <ac:spMkLst>
            <pc:docMk/>
            <pc:sldMk cId="801694154" sldId="268"/>
            <ac:spMk id="3" creationId="{CFE88D27-32DF-6A40-AAE9-C7A982C6303D}"/>
          </ac:spMkLst>
        </pc:spChg>
      </pc:sldChg>
      <pc:sldChg chg="ord">
        <pc:chgData name="inspire4858@gmail.com" userId="6c4442cd9607bb11" providerId="LiveId" clId="{C69592C6-6309-4EC1-A74F-472841A79589}" dt="2025-09-24T12:14:10.340" v="735"/>
        <pc:sldMkLst>
          <pc:docMk/>
          <pc:sldMk cId="1787285968" sldId="269"/>
        </pc:sldMkLst>
      </pc:sldChg>
      <pc:sldChg chg="delSp del mod">
        <pc:chgData name="inspire4858@gmail.com" userId="6c4442cd9607bb11" providerId="LiveId" clId="{C69592C6-6309-4EC1-A74F-472841A79589}" dt="2025-09-24T11:59:07.653" v="440" actId="47"/>
        <pc:sldMkLst>
          <pc:docMk/>
          <pc:sldMk cId="1286310540" sldId="270"/>
        </pc:sldMkLst>
        <pc:spChg chg="del">
          <ac:chgData name="inspire4858@gmail.com" userId="6c4442cd9607bb11" providerId="LiveId" clId="{C69592C6-6309-4EC1-A74F-472841A79589}" dt="2025-09-24T11:48:02.785" v="151" actId="478"/>
          <ac:spMkLst>
            <pc:docMk/>
            <pc:sldMk cId="1286310540" sldId="270"/>
            <ac:spMk id="4" creationId="{58723B52-608E-A39F-3E0F-BE08708AE859}"/>
          </ac:spMkLst>
        </pc:spChg>
      </pc:sldChg>
      <pc:sldChg chg="delSp del mod">
        <pc:chgData name="inspire4858@gmail.com" userId="6c4442cd9607bb11" providerId="LiveId" clId="{C69592C6-6309-4EC1-A74F-472841A79589}" dt="2025-09-24T12:08:07.915" v="700" actId="47"/>
        <pc:sldMkLst>
          <pc:docMk/>
          <pc:sldMk cId="2604049470" sldId="271"/>
        </pc:sldMkLst>
        <pc:graphicFrameChg chg="del">
          <ac:chgData name="inspire4858@gmail.com" userId="6c4442cd9607bb11" providerId="LiveId" clId="{C69592C6-6309-4EC1-A74F-472841A79589}" dt="2025-09-24T11:58:44.660" v="437" actId="478"/>
          <ac:graphicFrameMkLst>
            <pc:docMk/>
            <pc:sldMk cId="2604049470" sldId="271"/>
            <ac:graphicFrameMk id="3" creationId="{FBE4337E-91F9-95FD-06DB-9293893123C8}"/>
          </ac:graphicFrameMkLst>
        </pc:graphicFrameChg>
      </pc:sldChg>
      <pc:sldChg chg="addSp modSp new mod modTransition">
        <pc:chgData name="inspire4858@gmail.com" userId="6c4442cd9607bb11" providerId="LiveId" clId="{C69592C6-6309-4EC1-A74F-472841A79589}" dt="2025-09-24T12:15:17.221" v="738"/>
        <pc:sldMkLst>
          <pc:docMk/>
          <pc:sldMk cId="927813387" sldId="275"/>
        </pc:sldMkLst>
        <pc:spChg chg="add mod">
          <ac:chgData name="inspire4858@gmail.com" userId="6c4442cd9607bb11" providerId="LiveId" clId="{C69592C6-6309-4EC1-A74F-472841A79589}" dt="2025-09-24T12:04:46.737" v="551" actId="1076"/>
          <ac:spMkLst>
            <pc:docMk/>
            <pc:sldMk cId="927813387" sldId="275"/>
            <ac:spMk id="2" creationId="{A5D33C90-F055-25A0-6CFA-7BCE9F3156C8}"/>
          </ac:spMkLst>
        </pc:spChg>
        <pc:spChg chg="mod">
          <ac:chgData name="inspire4858@gmail.com" userId="6c4442cd9607bb11" providerId="LiveId" clId="{C69592C6-6309-4EC1-A74F-472841A79589}" dt="2025-09-24T12:13:17.417" v="725" actId="255"/>
          <ac:spMkLst>
            <pc:docMk/>
            <pc:sldMk cId="927813387" sldId="275"/>
            <ac:spMk id="4" creationId="{0BF50232-9E1F-E251-2812-AE6CA89E0C3C}"/>
          </ac:spMkLst>
        </pc:spChg>
        <pc:spChg chg="mod">
          <ac:chgData name="inspire4858@gmail.com" userId="6c4442cd9607bb11" providerId="LiveId" clId="{C69592C6-6309-4EC1-A74F-472841A79589}" dt="2025-09-24T12:13:21.540" v="726" actId="255"/>
          <ac:spMkLst>
            <pc:docMk/>
            <pc:sldMk cId="927813387" sldId="275"/>
            <ac:spMk id="5" creationId="{E677A757-AB37-3BB5-40B5-E9E0179E11A5}"/>
          </ac:spMkLst>
        </pc:spChg>
        <pc:spChg chg="mod">
          <ac:chgData name="inspire4858@gmail.com" userId="6c4442cd9607bb11" providerId="LiveId" clId="{C69592C6-6309-4EC1-A74F-472841A79589}" dt="2025-09-24T12:13:29.930" v="728" actId="255"/>
          <ac:spMkLst>
            <pc:docMk/>
            <pc:sldMk cId="927813387" sldId="275"/>
            <ac:spMk id="6" creationId="{BF7E4762-4E4E-41D5-53DD-4B858E5FC666}"/>
          </ac:spMkLst>
        </pc:spChg>
        <pc:spChg chg="mod">
          <ac:chgData name="inspire4858@gmail.com" userId="6c4442cd9607bb11" providerId="LiveId" clId="{C69592C6-6309-4EC1-A74F-472841A79589}" dt="2025-09-24T12:13:39.175" v="730" actId="255"/>
          <ac:spMkLst>
            <pc:docMk/>
            <pc:sldMk cId="927813387" sldId="275"/>
            <ac:spMk id="7" creationId="{D6881ADB-E3FF-CD01-4A00-075CD3967332}"/>
          </ac:spMkLst>
        </pc:spChg>
        <pc:spChg chg="mod">
          <ac:chgData name="inspire4858@gmail.com" userId="6c4442cd9607bb11" providerId="LiveId" clId="{C69592C6-6309-4EC1-A74F-472841A79589}" dt="2025-09-24T12:13:48.052" v="732" actId="255"/>
          <ac:spMkLst>
            <pc:docMk/>
            <pc:sldMk cId="927813387" sldId="275"/>
            <ac:spMk id="8" creationId="{AE6AF925-EA5A-4D11-FF15-A1C0C18726BE}"/>
          </ac:spMkLst>
        </pc:spChg>
        <pc:spChg chg="mod">
          <ac:chgData name="inspire4858@gmail.com" userId="6c4442cd9607bb11" providerId="LiveId" clId="{C69592C6-6309-4EC1-A74F-472841A79589}" dt="2025-09-24T12:13:13.297" v="724" actId="255"/>
          <ac:spMkLst>
            <pc:docMk/>
            <pc:sldMk cId="927813387" sldId="275"/>
            <ac:spMk id="9" creationId="{32E05749-8555-65CE-EC46-5297079862E2}"/>
          </ac:spMkLst>
        </pc:spChg>
        <pc:spChg chg="mod">
          <ac:chgData name="inspire4858@gmail.com" userId="6c4442cd9607bb11" providerId="LiveId" clId="{C69592C6-6309-4EC1-A74F-472841A79589}" dt="2025-09-24T12:13:25.752" v="727" actId="255"/>
          <ac:spMkLst>
            <pc:docMk/>
            <pc:sldMk cId="927813387" sldId="275"/>
            <ac:spMk id="10" creationId="{BA0452B2-8BE3-E08C-E31C-CBD128758D7C}"/>
          </ac:spMkLst>
        </pc:spChg>
        <pc:spChg chg="mod">
          <ac:chgData name="inspire4858@gmail.com" userId="6c4442cd9607bb11" providerId="LiveId" clId="{C69592C6-6309-4EC1-A74F-472841A79589}" dt="2025-09-24T12:13:34.836" v="729" actId="255"/>
          <ac:spMkLst>
            <pc:docMk/>
            <pc:sldMk cId="927813387" sldId="275"/>
            <ac:spMk id="11" creationId="{5273FFA6-AAD9-6BE9-B4C8-A85B650668C2}"/>
          </ac:spMkLst>
        </pc:spChg>
        <pc:spChg chg="mod">
          <ac:chgData name="inspire4858@gmail.com" userId="6c4442cd9607bb11" providerId="LiveId" clId="{C69592C6-6309-4EC1-A74F-472841A79589}" dt="2025-09-24T12:13:43.318" v="731" actId="255"/>
          <ac:spMkLst>
            <pc:docMk/>
            <pc:sldMk cId="927813387" sldId="275"/>
            <ac:spMk id="12" creationId="{7050BF2B-13F1-C18E-F7A3-78DD2129FA25}"/>
          </ac:spMkLst>
        </pc:spChg>
        <pc:spChg chg="mod">
          <ac:chgData name="inspire4858@gmail.com" userId="6c4442cd9607bb11" providerId="LiveId" clId="{C69592C6-6309-4EC1-A74F-472841A79589}" dt="2025-09-24T12:13:52.252" v="733" actId="255"/>
          <ac:spMkLst>
            <pc:docMk/>
            <pc:sldMk cId="927813387" sldId="275"/>
            <ac:spMk id="13" creationId="{E3E24DC3-9D39-089D-B24E-3E5B6476C015}"/>
          </ac:spMkLst>
        </pc:spChg>
        <pc:spChg chg="mod">
          <ac:chgData name="inspire4858@gmail.com" userId="6c4442cd9607bb11" providerId="LiveId" clId="{C69592C6-6309-4EC1-A74F-472841A79589}" dt="2025-09-24T12:03:59.183" v="541"/>
          <ac:spMkLst>
            <pc:docMk/>
            <pc:sldMk cId="927813387" sldId="275"/>
            <ac:spMk id="14" creationId="{E19D5536-0478-A3A6-FA0E-6FA092AE6BBA}"/>
          </ac:spMkLst>
        </pc:spChg>
        <pc:spChg chg="mod">
          <ac:chgData name="inspire4858@gmail.com" userId="6c4442cd9607bb11" providerId="LiveId" clId="{C69592C6-6309-4EC1-A74F-472841A79589}" dt="2025-09-24T12:03:59.183" v="541"/>
          <ac:spMkLst>
            <pc:docMk/>
            <pc:sldMk cId="927813387" sldId="275"/>
            <ac:spMk id="16" creationId="{6EABEEF6-AD79-AFFA-7219-A210D039CFEF}"/>
          </ac:spMkLst>
        </pc:spChg>
        <pc:spChg chg="mod">
          <ac:chgData name="inspire4858@gmail.com" userId="6c4442cd9607bb11" providerId="LiveId" clId="{C69592C6-6309-4EC1-A74F-472841A79589}" dt="2025-09-24T12:03:59.183" v="541"/>
          <ac:spMkLst>
            <pc:docMk/>
            <pc:sldMk cId="927813387" sldId="275"/>
            <ac:spMk id="17" creationId="{A92CC9AB-8C95-8D4F-E6A4-8F0EE7919042}"/>
          </ac:spMkLst>
        </pc:spChg>
        <pc:spChg chg="add mod">
          <ac:chgData name="inspire4858@gmail.com" userId="6c4442cd9607bb11" providerId="LiveId" clId="{C69592C6-6309-4EC1-A74F-472841A79589}" dt="2025-09-24T12:04:54.497" v="553" actId="1076"/>
          <ac:spMkLst>
            <pc:docMk/>
            <pc:sldMk cId="927813387" sldId="275"/>
            <ac:spMk id="23" creationId="{76147AB1-FE5B-7007-A3E7-1EB22C9A7686}"/>
          </ac:spMkLst>
        </pc:spChg>
        <pc:grpChg chg="mod">
          <ac:chgData name="inspire4858@gmail.com" userId="6c4442cd9607bb11" providerId="LiveId" clId="{C69592C6-6309-4EC1-A74F-472841A79589}" dt="2025-09-24T12:12:48.282" v="721" actId="14100"/>
          <ac:grpSpMkLst>
            <pc:docMk/>
            <pc:sldMk cId="927813387" sldId="275"/>
            <ac:grpSpMk id="3" creationId="{3400FAED-820E-9CB4-E62A-533BA958A2F8}"/>
          </ac:grpSpMkLst>
        </pc:grpChg>
      </pc:sldChg>
      <pc:sldChg chg="new del">
        <pc:chgData name="inspire4858@gmail.com" userId="6c4442cd9607bb11" providerId="LiveId" clId="{C69592C6-6309-4EC1-A74F-472841A79589}" dt="2025-09-24T12:10:43.626" v="711" actId="47"/>
        <pc:sldMkLst>
          <pc:docMk/>
          <pc:sldMk cId="2947794018" sldId="27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413542133334"/>
          <c:y val="2.7210109706501548E-2"/>
          <c:w val="0.79454340225201658"/>
          <c:h val="0.82479467575144527"/>
        </c:manualLayout>
      </c:layout>
      <c:barChart>
        <c:barDir val="col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/>
                </a:gs>
                <a:gs pos="90000">
                  <a:schemeClr val="accent1">
                    <a:shade val="100000"/>
                    <a:satMod val="105000"/>
                  </a:schemeClr>
                </a:gs>
                <a:gs pos="100000">
                  <a:schemeClr val="accent1">
                    <a:shade val="80000"/>
                    <a:satMod val="12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Sheet1!$I$195:$I$198</c:f>
              <c:strCache>
                <c:ptCount val="4"/>
                <c:pt idx="0">
                  <c:v>Low Active</c:v>
                </c:pt>
                <c:pt idx="1">
                  <c:v>Highly Active</c:v>
                </c:pt>
                <c:pt idx="2">
                  <c:v>Inactive</c:v>
                </c:pt>
                <c:pt idx="3">
                  <c:v>Moderately Active</c:v>
                </c:pt>
              </c:strCache>
            </c:strRef>
          </c:cat>
          <c:val>
            <c:numRef>
              <c:f>Sheet1!$J$195:$J$198</c:f>
              <c:numCache>
                <c:formatCode>General</c:formatCode>
                <c:ptCount val="4"/>
                <c:pt idx="0">
                  <c:v>8</c:v>
                </c:pt>
                <c:pt idx="1">
                  <c:v>77</c:v>
                </c:pt>
                <c:pt idx="2">
                  <c:v>13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3-4AEF-BA5F-273B0735CB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604005120"/>
        <c:axId val="604005840"/>
      </c:barChart>
      <c:catAx>
        <c:axId val="6040051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SEGMENT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005840"/>
        <c:crosses val="autoZero"/>
        <c:auto val="1"/>
        <c:lblAlgn val="ctr"/>
        <c:lblOffset val="100"/>
        <c:noMultiLvlLbl val="0"/>
      </c:catAx>
      <c:valAx>
        <c:axId val="6040058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COUNT OF USER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4005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9317650918635163"/>
          <c:y val="2.6823575945569455E-2"/>
          <c:w val="0.65883748906386697"/>
          <c:h val="0.84560161517480925"/>
        </c:manualLayout>
      </c:layout>
      <c:bar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/>
                </a:gs>
                <a:gs pos="90000">
                  <a:schemeClr val="accent1">
                    <a:shade val="100000"/>
                    <a:satMod val="105000"/>
                  </a:schemeClr>
                </a:gs>
                <a:gs pos="100000">
                  <a:schemeClr val="accent1">
                    <a:shade val="80000"/>
                    <a:satMod val="120000"/>
                  </a:schemeClr>
                </a:gs>
              </a:gsLst>
              <a:path path="circle">
                <a:fillToRect l="100000" t="100000" r="100000" b="100000"/>
              </a:path>
            </a:gradFill>
            <a:ln>
              <a:noFill/>
            </a:ln>
            <a:effectLst>
              <a:outerShdw blurRad="38100" dist="25400" dir="5400000" rotWithShape="0">
                <a:srgbClr val="000000">
                  <a:alpha val="45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Sheet1!$D$123:$D$142</c:f>
              <c:strCache>
                <c:ptCount val="20"/>
                <c:pt idx="0">
                  <c:v>delicious</c:v>
                </c:pt>
                <c:pt idx="1">
                  <c:v>beauty</c:v>
                </c:pt>
                <c:pt idx="2">
                  <c:v>foodie</c:v>
                </c:pt>
                <c:pt idx="3">
                  <c:v>stunning</c:v>
                </c:pt>
                <c:pt idx="4">
                  <c:v>food</c:v>
                </c:pt>
                <c:pt idx="5">
                  <c:v>photography</c:v>
                </c:pt>
                <c:pt idx="6">
                  <c:v>dreamy</c:v>
                </c:pt>
                <c:pt idx="7">
                  <c:v>smile</c:v>
                </c:pt>
                <c:pt idx="8">
                  <c:v>party</c:v>
                </c:pt>
                <c:pt idx="9">
                  <c:v>beach</c:v>
                </c:pt>
                <c:pt idx="10">
                  <c:v>landscape</c:v>
                </c:pt>
                <c:pt idx="11">
                  <c:v>style</c:v>
                </c:pt>
                <c:pt idx="12">
                  <c:v>drunk</c:v>
                </c:pt>
                <c:pt idx="13">
                  <c:v>happy</c:v>
                </c:pt>
                <c:pt idx="14">
                  <c:v>lol</c:v>
                </c:pt>
                <c:pt idx="15">
                  <c:v>sunrise</c:v>
                </c:pt>
                <c:pt idx="16">
                  <c:v>fun</c:v>
                </c:pt>
                <c:pt idx="17">
                  <c:v>hair</c:v>
                </c:pt>
                <c:pt idx="18">
                  <c:v>concert</c:v>
                </c:pt>
                <c:pt idx="19">
                  <c:v>fashion</c:v>
                </c:pt>
              </c:strCache>
            </c:strRef>
          </c:cat>
          <c:val>
            <c:numRef>
              <c:f>Sheet1!$E$123:$E$142</c:f>
              <c:numCache>
                <c:formatCode>General</c:formatCode>
                <c:ptCount val="20"/>
                <c:pt idx="0">
                  <c:v>65.27</c:v>
                </c:pt>
                <c:pt idx="1">
                  <c:v>65.150000000000006</c:v>
                </c:pt>
                <c:pt idx="2">
                  <c:v>64.64</c:v>
                </c:pt>
                <c:pt idx="3">
                  <c:v>64.42</c:v>
                </c:pt>
                <c:pt idx="4">
                  <c:v>64.13</c:v>
                </c:pt>
                <c:pt idx="5">
                  <c:v>64</c:v>
                </c:pt>
                <c:pt idx="6">
                  <c:v>63.9</c:v>
                </c:pt>
                <c:pt idx="7">
                  <c:v>63.69</c:v>
                </c:pt>
                <c:pt idx="8">
                  <c:v>63.44</c:v>
                </c:pt>
                <c:pt idx="9">
                  <c:v>63.43</c:v>
                </c:pt>
                <c:pt idx="10">
                  <c:v>63.29</c:v>
                </c:pt>
                <c:pt idx="11">
                  <c:v>63.29</c:v>
                </c:pt>
                <c:pt idx="12">
                  <c:v>63</c:v>
                </c:pt>
                <c:pt idx="13">
                  <c:v>63</c:v>
                </c:pt>
                <c:pt idx="14">
                  <c:v>63</c:v>
                </c:pt>
                <c:pt idx="15">
                  <c:v>63</c:v>
                </c:pt>
                <c:pt idx="16">
                  <c:v>62.89</c:v>
                </c:pt>
                <c:pt idx="17">
                  <c:v>62.87</c:v>
                </c:pt>
                <c:pt idx="18">
                  <c:v>62.54</c:v>
                </c:pt>
                <c:pt idx="19">
                  <c:v>62.53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26-4E68-AC15-21287FC133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605454368"/>
        <c:axId val="605451488"/>
      </c:barChart>
      <c:catAx>
        <c:axId val="605454368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NAME OF TAG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51488"/>
        <c:crosses val="autoZero"/>
        <c:auto val="1"/>
        <c:lblAlgn val="ctr"/>
        <c:lblOffset val="100"/>
        <c:noMultiLvlLbl val="0"/>
      </c:catAx>
      <c:valAx>
        <c:axId val="6054514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ENGAGEMENT RATE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5454368"/>
        <c:crosses val="autoZero"/>
        <c:crossBetween val="between"/>
      </c:valAx>
      <c:spPr>
        <a:noFill/>
        <a:ln>
          <a:solidFill>
            <a:schemeClr val="bg1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Sheet1!$A$90:$A$99</c:f>
              <c:strCache>
                <c:ptCount val="10"/>
                <c:pt idx="0">
                  <c:v>Eveline95</c:v>
                </c:pt>
                <c:pt idx="1">
                  <c:v>Cesar93</c:v>
                </c:pt>
                <c:pt idx="2">
                  <c:v>Clint27</c:v>
                </c:pt>
                <c:pt idx="3">
                  <c:v>Defina_VonRueden68</c:v>
                </c:pt>
                <c:pt idx="4">
                  <c:v>Aurelie71</c:v>
                </c:pt>
                <c:pt idx="5">
                  <c:v>Jaime53</c:v>
                </c:pt>
                <c:pt idx="6">
                  <c:v>Donald.Fritsch</c:v>
                </c:pt>
                <c:pt idx="7">
                  <c:v>Janet.Armstrong</c:v>
                </c:pt>
                <c:pt idx="8">
                  <c:v>Alexandro35</c:v>
                </c:pt>
                <c:pt idx="9">
                  <c:v>Zack_Kemmer93</c:v>
                </c:pt>
              </c:strCache>
            </c:strRef>
          </c:cat>
          <c:val>
            <c:numRef>
              <c:f>Sheet1!$B$90:$B$99</c:f>
              <c:numCache>
                <c:formatCode>General</c:formatCode>
                <c:ptCount val="10"/>
                <c:pt idx="0">
                  <c:v>417</c:v>
                </c:pt>
                <c:pt idx="1">
                  <c:v>395</c:v>
                </c:pt>
                <c:pt idx="2">
                  <c:v>386</c:v>
                </c:pt>
                <c:pt idx="3">
                  <c:v>356</c:v>
                </c:pt>
                <c:pt idx="4">
                  <c:v>326</c:v>
                </c:pt>
                <c:pt idx="5">
                  <c:v>310</c:v>
                </c:pt>
                <c:pt idx="6">
                  <c:v>253</c:v>
                </c:pt>
                <c:pt idx="7">
                  <c:v>227</c:v>
                </c:pt>
                <c:pt idx="8">
                  <c:v>225</c:v>
                </c:pt>
                <c:pt idx="9">
                  <c:v>224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209-4970-BA2F-CD23A672CAE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582202800"/>
        <c:axId val="582203520"/>
      </c:barChart>
      <c:catAx>
        <c:axId val="58220280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USERNAME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03520"/>
        <c:crosses val="autoZero"/>
        <c:auto val="1"/>
        <c:lblAlgn val="ctr"/>
        <c:lblOffset val="100"/>
        <c:noMultiLvlLbl val="0"/>
      </c:catAx>
      <c:valAx>
        <c:axId val="5822035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ENGAGEMENT</a:t>
                </a:r>
                <a:r>
                  <a:rPr lang="en-US" baseline="0" dirty="0"/>
                  <a:t> 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22028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0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352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938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47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3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2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6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8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701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1591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920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19CF5B3E-BD83-4E32-80A5-E06F90CDA7B2}" type="datetimeFigureOut">
              <a:rPr lang="en-IN" smtClean="0"/>
              <a:t>24-09-2025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11C15D7F-27E7-41F5-A0D8-00B4D392D9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789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2CE61-BCF0-BEDC-4CDB-091825A33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45296" y="1985334"/>
            <a:ext cx="6039678" cy="179428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SOCIAL MEDIA ANALYSIS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FE0834-7579-0845-223F-8ECCD134A18D}"/>
              </a:ext>
            </a:extLst>
          </p:cNvPr>
          <p:cNvSpPr txBox="1"/>
          <p:nvPr/>
        </p:nvSpPr>
        <p:spPr>
          <a:xfrm>
            <a:off x="281698" y="6199765"/>
            <a:ext cx="2979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By </a:t>
            </a:r>
            <a:r>
              <a:rPr lang="en-US" b="1" dirty="0" err="1">
                <a:solidFill>
                  <a:schemeClr val="bg1"/>
                </a:solidFill>
              </a:rPr>
              <a:t>Surchand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Laitonjam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9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EBB7F-C5D2-706B-F642-F50043C14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480391"/>
            <a:ext cx="9875520" cy="911087"/>
          </a:xfrm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ABOUT META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82D55-BB95-13F1-EE9B-8FF22753E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601856"/>
            <a:ext cx="9872871" cy="911087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45720" indent="0"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Meta Platforms, Inc. doing businesses as Meta and formerly named Facebook, Inc. The company owns and operates Facebook, Instagram, Threads and WhatsApp among other products and services.</a:t>
            </a:r>
          </a:p>
          <a:p>
            <a:endParaRPr lang="en-IN" dirty="0"/>
          </a:p>
        </p:txBody>
      </p:sp>
      <p:pic>
        <p:nvPicPr>
          <p:cNvPr id="4" name="Picture 3" descr="Measuring app campaigns on Meta in 2022 ...">
            <a:extLst>
              <a:ext uri="{FF2B5EF4-FFF2-40B4-BE49-F238E27FC236}">
                <a16:creationId xmlns:a16="http://schemas.microsoft.com/office/drawing/2014/main" id="{822C1B69-C8AD-8851-531B-AC836AEA98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0351" y="2565236"/>
            <a:ext cx="9872871" cy="3812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1511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77259-1069-A694-A305-5BF890151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AGENDA</a:t>
            </a:r>
            <a:endParaRPr lang="en-IN" b="1" dirty="0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DB27CD-1F7A-0C57-E0BE-0E011D5FDE69}"/>
              </a:ext>
            </a:extLst>
          </p:cNvPr>
          <p:cNvGrpSpPr/>
          <p:nvPr/>
        </p:nvGrpSpPr>
        <p:grpSpPr>
          <a:xfrm>
            <a:off x="516903" y="2053093"/>
            <a:ext cx="11158194" cy="4111681"/>
            <a:chOff x="-199194" y="1658163"/>
            <a:chExt cx="12061341" cy="415705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AD26B2D-3FEF-B0B0-17C7-E5ACD37ACCA7}"/>
                </a:ext>
              </a:extLst>
            </p:cNvPr>
            <p:cNvGrpSpPr/>
            <p:nvPr/>
          </p:nvGrpSpPr>
          <p:grpSpPr>
            <a:xfrm>
              <a:off x="-199194" y="1658163"/>
              <a:ext cx="9634870" cy="4157057"/>
              <a:chOff x="1396157" y="4800600"/>
              <a:chExt cx="18335845" cy="7543800"/>
            </a:xfrm>
          </p:grpSpPr>
          <p:sp>
            <p:nvSpPr>
              <p:cNvPr id="10" name="Rectángulo 1">
                <a:extLst>
                  <a:ext uri="{FF2B5EF4-FFF2-40B4-BE49-F238E27FC236}">
                    <a16:creationId xmlns:a16="http://schemas.microsoft.com/office/drawing/2014/main" id="{23E1C657-A16C-7625-E05F-69DBEBB21D96}"/>
                  </a:ext>
                </a:extLst>
              </p:cNvPr>
              <p:cNvSpPr/>
              <p:nvPr/>
            </p:nvSpPr>
            <p:spPr>
              <a:xfrm>
                <a:off x="1396157" y="4800600"/>
                <a:ext cx="4405312" cy="7543800"/>
              </a:xfrm>
              <a:prstGeom prst="rect">
                <a:avLst/>
              </a:prstGeom>
              <a:solidFill>
                <a:srgbClr val="BBA6E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MX" sz="800" dirty="0"/>
              </a:p>
            </p:txBody>
          </p:sp>
          <p:sp>
            <p:nvSpPr>
              <p:cNvPr id="11" name="Rectángulo 25">
                <a:extLst>
                  <a:ext uri="{FF2B5EF4-FFF2-40B4-BE49-F238E27FC236}">
                    <a16:creationId xmlns:a16="http://schemas.microsoft.com/office/drawing/2014/main" id="{A086B002-1F28-26C3-5D23-BE67177DD60A}"/>
                  </a:ext>
                </a:extLst>
              </p:cNvPr>
              <p:cNvSpPr/>
              <p:nvPr/>
            </p:nvSpPr>
            <p:spPr>
              <a:xfrm>
                <a:off x="6039668" y="4800600"/>
                <a:ext cx="4405312" cy="7543800"/>
              </a:xfrm>
              <a:prstGeom prst="rect">
                <a:avLst/>
              </a:prstGeom>
              <a:solidFill>
                <a:srgbClr val="FF999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MX" b="1" dirty="0"/>
              </a:p>
            </p:txBody>
          </p:sp>
          <p:sp>
            <p:nvSpPr>
              <p:cNvPr id="12" name="Rectángulo 26">
                <a:extLst>
                  <a:ext uri="{FF2B5EF4-FFF2-40B4-BE49-F238E27FC236}">
                    <a16:creationId xmlns:a16="http://schemas.microsoft.com/office/drawing/2014/main" id="{4E1DEB74-A237-00E5-CD2E-EA272392DF10}"/>
                  </a:ext>
                </a:extLst>
              </p:cNvPr>
              <p:cNvSpPr/>
              <p:nvPr/>
            </p:nvSpPr>
            <p:spPr>
              <a:xfrm>
                <a:off x="10683179" y="4800600"/>
                <a:ext cx="4405312" cy="7543800"/>
              </a:xfrm>
              <a:prstGeom prst="rect">
                <a:avLst/>
              </a:prstGeom>
              <a:solidFill>
                <a:srgbClr val="A5CC7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MX" dirty="0"/>
              </a:p>
            </p:txBody>
          </p:sp>
          <p:sp>
            <p:nvSpPr>
              <p:cNvPr id="13" name="Rectángulo 28">
                <a:extLst>
                  <a:ext uri="{FF2B5EF4-FFF2-40B4-BE49-F238E27FC236}">
                    <a16:creationId xmlns:a16="http://schemas.microsoft.com/office/drawing/2014/main" id="{F460478C-6F1B-C91E-0169-7A225ED768C1}"/>
                  </a:ext>
                </a:extLst>
              </p:cNvPr>
              <p:cNvSpPr/>
              <p:nvPr/>
            </p:nvSpPr>
            <p:spPr>
              <a:xfrm>
                <a:off x="15326690" y="4800600"/>
                <a:ext cx="4405312" cy="75438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s-MX" b="1" dirty="0"/>
              </a:p>
            </p:txBody>
          </p:sp>
          <p:sp>
            <p:nvSpPr>
              <p:cNvPr id="14" name="CuadroTexto 350">
                <a:extLst>
                  <a:ext uri="{FF2B5EF4-FFF2-40B4-BE49-F238E27FC236}">
                    <a16:creationId xmlns:a16="http://schemas.microsoft.com/office/drawing/2014/main" id="{BF9B79E7-D704-CE65-213B-F9858FE0B2A6}"/>
                  </a:ext>
                </a:extLst>
              </p:cNvPr>
              <p:cNvSpPr txBox="1"/>
              <p:nvPr/>
            </p:nvSpPr>
            <p:spPr>
              <a:xfrm>
                <a:off x="2693054" y="6869873"/>
                <a:ext cx="2305595" cy="117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600" b="1" spc="-3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Lato Heavy" charset="0"/>
                    <a:cs typeface="Poppins" pitchFamily="2" charset="77"/>
                  </a:rPr>
                  <a:t>01</a:t>
                </a:r>
                <a:endParaRPr lang="en-US" sz="2000" b="1" spc="-300" dirty="0">
                  <a:solidFill>
                    <a:schemeClr val="bg1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endParaRPr>
              </a:p>
            </p:txBody>
          </p:sp>
          <p:sp>
            <p:nvSpPr>
              <p:cNvPr id="15" name="CuadroTexto 350">
                <a:extLst>
                  <a:ext uri="{FF2B5EF4-FFF2-40B4-BE49-F238E27FC236}">
                    <a16:creationId xmlns:a16="http://schemas.microsoft.com/office/drawing/2014/main" id="{AD9A7699-96DE-8ACB-DD17-7F6788B3A0A5}"/>
                  </a:ext>
                </a:extLst>
              </p:cNvPr>
              <p:cNvSpPr txBox="1"/>
              <p:nvPr/>
            </p:nvSpPr>
            <p:spPr>
              <a:xfrm>
                <a:off x="6639163" y="6869873"/>
                <a:ext cx="2305595" cy="1284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000" b="1" spc="-3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Lato Heavy" charset="0"/>
                    <a:cs typeface="Poppins" pitchFamily="2" charset="77"/>
                  </a:rPr>
                  <a:t>02</a:t>
                </a:r>
              </a:p>
            </p:txBody>
          </p:sp>
          <p:sp>
            <p:nvSpPr>
              <p:cNvPr id="16" name="CuadroTexto 350">
                <a:extLst>
                  <a:ext uri="{FF2B5EF4-FFF2-40B4-BE49-F238E27FC236}">
                    <a16:creationId xmlns:a16="http://schemas.microsoft.com/office/drawing/2014/main" id="{369CF591-6CD1-7823-37E3-F6B3479E0FF1}"/>
                  </a:ext>
                </a:extLst>
              </p:cNvPr>
              <p:cNvSpPr txBox="1"/>
              <p:nvPr/>
            </p:nvSpPr>
            <p:spPr>
              <a:xfrm>
                <a:off x="11231819" y="6869873"/>
                <a:ext cx="2305595" cy="117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600" b="1" spc="-3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Lato Heavy" charset="0"/>
                    <a:cs typeface="Poppins" pitchFamily="2" charset="77"/>
                  </a:rPr>
                  <a:t>03</a:t>
                </a:r>
              </a:p>
            </p:txBody>
          </p:sp>
          <p:sp>
            <p:nvSpPr>
              <p:cNvPr id="17" name="CuadroTexto 350">
                <a:extLst>
                  <a:ext uri="{FF2B5EF4-FFF2-40B4-BE49-F238E27FC236}">
                    <a16:creationId xmlns:a16="http://schemas.microsoft.com/office/drawing/2014/main" id="{6FD2736E-77BD-25A3-6FED-90844B45B844}"/>
                  </a:ext>
                </a:extLst>
              </p:cNvPr>
              <p:cNvSpPr txBox="1"/>
              <p:nvPr/>
            </p:nvSpPr>
            <p:spPr>
              <a:xfrm>
                <a:off x="15875331" y="6869873"/>
                <a:ext cx="2305595" cy="11728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600" b="1" spc="-300" dirty="0">
                    <a:solidFill>
                      <a:schemeClr val="bg1"/>
                    </a:solidFill>
                    <a:latin typeface="Century Gothic" panose="020B0502020202020204" pitchFamily="34" charset="0"/>
                    <a:ea typeface="Lato Heavy" charset="0"/>
                    <a:cs typeface="Poppins" pitchFamily="2" charset="77"/>
                  </a:rPr>
                  <a:t>04</a:t>
                </a:r>
              </a:p>
            </p:txBody>
          </p:sp>
          <p:sp>
            <p:nvSpPr>
              <p:cNvPr id="18" name="CuadroTexto 395">
                <a:extLst>
                  <a:ext uri="{FF2B5EF4-FFF2-40B4-BE49-F238E27FC236}">
                    <a16:creationId xmlns:a16="http://schemas.microsoft.com/office/drawing/2014/main" id="{D7D7B3F8-4F50-3979-D3F6-733106CECDCC}"/>
                  </a:ext>
                </a:extLst>
              </p:cNvPr>
              <p:cNvSpPr txBox="1"/>
              <p:nvPr/>
            </p:nvSpPr>
            <p:spPr>
              <a:xfrm>
                <a:off x="2121574" y="8559098"/>
                <a:ext cx="3100333" cy="1284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b="1" i="0" u="none" strike="noStrike" cap="none" dirty="0">
                    <a:solidFill>
                      <a:schemeClr val="bg1"/>
                    </a:solidFill>
                    <a:latin typeface="Lato"/>
                    <a:ea typeface="Lato"/>
                    <a:cs typeface="Lato"/>
                    <a:sym typeface="Lato"/>
                  </a:rPr>
                  <a:t>Problem Statement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1B6F4FB7-C971-71CE-2087-6F6F54C77D1C}"/>
                  </a:ext>
                </a:extLst>
              </p:cNvPr>
              <p:cNvSpPr/>
              <p:nvPr/>
            </p:nvSpPr>
            <p:spPr>
              <a:xfrm>
                <a:off x="1985622" y="9115748"/>
                <a:ext cx="3372239" cy="418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sz="900" dirty="0">
                  <a:solidFill>
                    <a:schemeClr val="bg1"/>
                  </a:solidFill>
                  <a:latin typeface="Century Gothic" panose="020B0502020202020204" pitchFamily="34" charset="0"/>
                  <a:ea typeface="Lato Light" panose="020F0502020204030203" pitchFamily="34" charset="0"/>
                  <a:cs typeface="Poppins Light" pitchFamily="2" charset="77"/>
                </a:endParaRPr>
              </a:p>
            </p:txBody>
          </p:sp>
          <p:sp>
            <p:nvSpPr>
              <p:cNvPr id="20" name="CuadroTexto 395">
                <a:extLst>
                  <a:ext uri="{FF2B5EF4-FFF2-40B4-BE49-F238E27FC236}">
                    <a16:creationId xmlns:a16="http://schemas.microsoft.com/office/drawing/2014/main" id="{3CD0F28C-951D-2679-887F-367C5A74916D}"/>
                  </a:ext>
                </a:extLst>
              </p:cNvPr>
              <p:cNvSpPr txBox="1"/>
              <p:nvPr/>
            </p:nvSpPr>
            <p:spPr>
              <a:xfrm>
                <a:off x="6689965" y="8530972"/>
                <a:ext cx="3100333" cy="12845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b="1" i="0" u="none" strike="noStrike" cap="none" dirty="0">
                    <a:solidFill>
                      <a:schemeClr val="bg1"/>
                    </a:solidFill>
                    <a:latin typeface="Lato"/>
                    <a:ea typeface="Lato"/>
                    <a:cs typeface="Lato"/>
                    <a:sym typeface="Lato"/>
                  </a:rPr>
                  <a:t>Data Description</a:t>
                </a:r>
              </a:p>
            </p:txBody>
          </p:sp>
          <p:sp>
            <p:nvSpPr>
              <p:cNvPr id="21" name="CuadroTexto 395">
                <a:extLst>
                  <a:ext uri="{FF2B5EF4-FFF2-40B4-BE49-F238E27FC236}">
                    <a16:creationId xmlns:a16="http://schemas.microsoft.com/office/drawing/2014/main" id="{D67174FA-554D-DF15-3000-02735512B0D0}"/>
                  </a:ext>
                </a:extLst>
              </p:cNvPr>
              <p:cNvSpPr txBox="1"/>
              <p:nvPr/>
            </p:nvSpPr>
            <p:spPr>
              <a:xfrm>
                <a:off x="10600161" y="8428228"/>
                <a:ext cx="4049556" cy="20554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marR="0" lvl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</a:pPr>
                <a:r>
                  <a:rPr lang="en-US" sz="2000" b="1" i="0" u="none" strike="noStrike" cap="none" dirty="0">
                    <a:solidFill>
                      <a:schemeClr val="bg1"/>
                    </a:solidFill>
                    <a:latin typeface="Lato"/>
                    <a:ea typeface="Lato"/>
                    <a:cs typeface="Lato"/>
                    <a:sym typeface="Lato"/>
                  </a:rPr>
                  <a:t>Key </a:t>
                </a:r>
                <a:r>
                  <a:rPr lang="en-US" sz="2000" b="1" dirty="0">
                    <a:solidFill>
                      <a:schemeClr val="bg1"/>
                    </a:solidFill>
                    <a:latin typeface="Lato"/>
                    <a:ea typeface="Lato"/>
                    <a:cs typeface="Lato"/>
                    <a:sym typeface="Lato"/>
                  </a:rPr>
                  <a:t>Findings</a:t>
                </a:r>
                <a:r>
                  <a:rPr lang="en-US" sz="2000" b="1" i="0" u="none" strike="noStrike" cap="none" dirty="0">
                    <a:solidFill>
                      <a:schemeClr val="bg1"/>
                    </a:solidFill>
                    <a:latin typeface="Lato"/>
                    <a:ea typeface="Lato"/>
                    <a:cs typeface="Lato"/>
                    <a:sym typeface="Lato"/>
                  </a:rPr>
                  <a:t> and Visualizations</a:t>
                </a:r>
              </a:p>
            </p:txBody>
          </p:sp>
          <p:sp>
            <p:nvSpPr>
              <p:cNvPr id="22" name="CuadroTexto 395">
                <a:extLst>
                  <a:ext uri="{FF2B5EF4-FFF2-40B4-BE49-F238E27FC236}">
                    <a16:creationId xmlns:a16="http://schemas.microsoft.com/office/drawing/2014/main" id="{413AA356-1C8F-B1F5-038C-D37B3C26411A}"/>
                  </a:ext>
                </a:extLst>
              </p:cNvPr>
              <p:cNvSpPr txBox="1"/>
              <p:nvPr/>
            </p:nvSpPr>
            <p:spPr>
              <a:xfrm>
                <a:off x="15461663" y="8524223"/>
                <a:ext cx="3546141" cy="1863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sz="2000" b="1" i="0" u="none" strike="noStrike" cap="none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Lato"/>
                  </a:rPr>
                  <a:t>Recommendatio</a:t>
                </a:r>
                <a:r>
                  <a:rPr lang="en-GB" sz="20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  <a:sym typeface="Lato"/>
                  </a:rPr>
                  <a:t>ns and strategies</a:t>
                </a:r>
                <a:endParaRPr lang="en-GB" sz="2000" b="1" i="0" u="none" strike="noStrike" cap="none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sym typeface="Lato"/>
                </a:endParaRPr>
              </a:p>
            </p:txBody>
          </p:sp>
        </p:grpSp>
        <p:sp>
          <p:nvSpPr>
            <p:cNvPr id="7" name="Rectángulo 28">
              <a:extLst>
                <a:ext uri="{FF2B5EF4-FFF2-40B4-BE49-F238E27FC236}">
                  <a16:creationId xmlns:a16="http://schemas.microsoft.com/office/drawing/2014/main" id="{AF2B64DC-61E5-88BB-9E2B-39F3E57262B3}"/>
                </a:ext>
              </a:extLst>
            </p:cNvPr>
            <p:cNvSpPr/>
            <p:nvPr/>
          </p:nvSpPr>
          <p:spPr>
            <a:xfrm>
              <a:off x="9547304" y="1658164"/>
              <a:ext cx="2314843" cy="4157057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s-MX" b="1" dirty="0"/>
            </a:p>
          </p:txBody>
        </p:sp>
        <p:sp>
          <p:nvSpPr>
            <p:cNvPr id="8" name="CuadroTexto 395">
              <a:extLst>
                <a:ext uri="{FF2B5EF4-FFF2-40B4-BE49-F238E27FC236}">
                  <a16:creationId xmlns:a16="http://schemas.microsoft.com/office/drawing/2014/main" id="{5A997666-DE89-42D8-A3CD-009D81E98AE6}"/>
                </a:ext>
              </a:extLst>
            </p:cNvPr>
            <p:cNvSpPr txBox="1"/>
            <p:nvPr/>
          </p:nvSpPr>
          <p:spPr>
            <a:xfrm>
              <a:off x="9596857" y="3643636"/>
              <a:ext cx="2215737" cy="3920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GB" sz="1920" b="1" i="0" u="none" strike="noStrike" cap="none" dirty="0">
                  <a:solidFill>
                    <a:schemeClr val="bg1"/>
                  </a:solidFill>
                  <a:latin typeface="Lato"/>
                  <a:ea typeface="Lato"/>
                  <a:cs typeface="Lato"/>
                  <a:sym typeface="Lato"/>
                </a:rPr>
                <a:t>Conclusion</a:t>
              </a:r>
            </a:p>
          </p:txBody>
        </p:sp>
        <p:sp>
          <p:nvSpPr>
            <p:cNvPr id="9" name="CuadroTexto 350">
              <a:extLst>
                <a:ext uri="{FF2B5EF4-FFF2-40B4-BE49-F238E27FC236}">
                  <a16:creationId xmlns:a16="http://schemas.microsoft.com/office/drawing/2014/main" id="{45DCFEB7-DF75-A6DE-FA79-BD91F440738B}"/>
                </a:ext>
              </a:extLst>
            </p:cNvPr>
            <p:cNvSpPr txBox="1"/>
            <p:nvPr/>
          </p:nvSpPr>
          <p:spPr>
            <a:xfrm>
              <a:off x="10128358" y="2874515"/>
              <a:ext cx="1123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3600" b="1" spc="-300" dirty="0">
                  <a:solidFill>
                    <a:schemeClr val="bg1"/>
                  </a:solidFill>
                  <a:latin typeface="Century Gothic" panose="020B0502020202020204" pitchFamily="34" charset="0"/>
                  <a:ea typeface="Lato Heavy" charset="0"/>
                  <a:cs typeface="Poppins" pitchFamily="2" charset="77"/>
                </a:rPr>
                <a:t>05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36893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BE10F-74C9-40F0-D4DC-987CA937D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80175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PROBLEM STATEMENT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98FB4D-E557-1944-AFE9-F1524537E6F8}"/>
              </a:ext>
            </a:extLst>
          </p:cNvPr>
          <p:cNvSpPr txBox="1"/>
          <p:nvPr/>
        </p:nvSpPr>
        <p:spPr>
          <a:xfrm>
            <a:off x="1142999" y="1563061"/>
            <a:ext cx="9875519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3200" dirty="0"/>
              <a:t>Analyze and  leverage Instagram's user data to develop targeted marketing strategies that will increase user engagement, retention, and acquisition. </a:t>
            </a:r>
            <a:endParaRPr lang="en-IN" sz="3200" dirty="0"/>
          </a:p>
        </p:txBody>
      </p:sp>
      <p:pic>
        <p:nvPicPr>
          <p:cNvPr id="4" name="Picture 3" descr="How Data Analysis Improved Marketing ROI by 20%?">
            <a:extLst>
              <a:ext uri="{FF2B5EF4-FFF2-40B4-BE49-F238E27FC236}">
                <a16:creationId xmlns:a16="http://schemas.microsoft.com/office/drawing/2014/main" id="{03BE69B8-FD03-313A-9696-1CEE42D01B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85" b="16530"/>
          <a:stretch/>
        </p:blipFill>
        <p:spPr bwMode="auto">
          <a:xfrm>
            <a:off x="245732" y="3625164"/>
            <a:ext cx="11691164" cy="2962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19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D423-B8B7-1344-4247-E92C26253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0" y="198783"/>
            <a:ext cx="10018713" cy="74543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DATA DESCRIPTION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D3119-3852-994A-F51A-88284C4818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2520" y="944218"/>
            <a:ext cx="5002832" cy="187518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Users: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id: Unique identifier for each users.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username: Name of the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created_at</a:t>
            </a:r>
            <a:r>
              <a:rPr lang="en-US" dirty="0">
                <a:solidFill>
                  <a:schemeClr val="tx1"/>
                </a:solidFill>
              </a:rPr>
              <a:t>: Timestamp when the account is created.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F8A9A-840F-60BB-4A48-990DEACDE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82520" y="3091066"/>
            <a:ext cx="5002832" cy="3124200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Photos: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id: Unique identifier of each photo uploaded.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image_url</a:t>
            </a:r>
            <a:r>
              <a:rPr lang="en-US" dirty="0">
                <a:solidFill>
                  <a:schemeClr val="tx1"/>
                </a:solidFill>
              </a:rPr>
              <a:t>: web link of the photo uploaded.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user_id</a:t>
            </a:r>
            <a:r>
              <a:rPr lang="en-US" dirty="0">
                <a:solidFill>
                  <a:schemeClr val="tx1"/>
                </a:solidFill>
              </a:rPr>
              <a:t>: id of the user who uploaded the photo.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created_dat</a:t>
            </a:r>
            <a:r>
              <a:rPr lang="en-US" dirty="0">
                <a:solidFill>
                  <a:schemeClr val="tx1"/>
                </a:solidFill>
              </a:rPr>
              <a:t>: Timestamp of when the photo is uploaded.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1DFF6-C958-4540-2B08-C555930B962A}"/>
              </a:ext>
            </a:extLst>
          </p:cNvPr>
          <p:cNvSpPr txBox="1"/>
          <p:nvPr/>
        </p:nvSpPr>
        <p:spPr>
          <a:xfrm>
            <a:off x="7483963" y="944218"/>
            <a:ext cx="3747255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Comments: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id: Unique identifier of each comment made to any photo posted.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comment_text</a:t>
            </a:r>
            <a:r>
              <a:rPr lang="en-US" dirty="0"/>
              <a:t>: Comment made on the post.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user_id</a:t>
            </a:r>
            <a:r>
              <a:rPr lang="en-US" dirty="0"/>
              <a:t>: id of the user who made the comment.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photo_id</a:t>
            </a:r>
            <a:r>
              <a:rPr lang="en-US" dirty="0"/>
              <a:t>: id of the photo where the comment is made.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created_at</a:t>
            </a:r>
            <a:r>
              <a:rPr lang="en-US" dirty="0"/>
              <a:t>: Timestamp of when the comment is made.</a:t>
            </a:r>
          </a:p>
        </p:txBody>
      </p:sp>
    </p:spTree>
    <p:extLst>
      <p:ext uri="{BB962C8B-B14F-4D97-AF65-F5344CB8AC3E}">
        <p14:creationId xmlns:p14="http://schemas.microsoft.com/office/powerpoint/2010/main" val="3912730145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1E155-23EA-1481-0079-072F8BA6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17" y="375381"/>
            <a:ext cx="10018713" cy="69573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DATA DESCRIPTION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DC559-3191-A2FE-8EF9-A1B7E497C5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05608" y="1284163"/>
            <a:ext cx="4895055" cy="1618063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Likes: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user_id</a:t>
            </a:r>
            <a:r>
              <a:rPr lang="en-US" dirty="0">
                <a:solidFill>
                  <a:schemeClr val="tx1"/>
                </a:solidFill>
              </a:rPr>
              <a:t>: id of the user who made the like.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photo_id</a:t>
            </a:r>
            <a:r>
              <a:rPr lang="en-US" dirty="0">
                <a:solidFill>
                  <a:schemeClr val="tx1"/>
                </a:solidFill>
              </a:rPr>
              <a:t>: id of the photo post being liked.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created_at</a:t>
            </a:r>
            <a:r>
              <a:rPr lang="en-US" dirty="0">
                <a:solidFill>
                  <a:schemeClr val="tx1"/>
                </a:solidFill>
              </a:rPr>
              <a:t>: Timestamp of when the like is made.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B17BB-1E1C-6E41-1095-A8F293C2AD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52521" y="1288125"/>
            <a:ext cx="2872409" cy="2084553"/>
          </a:xfrm>
          <a:ln>
            <a:solidFill>
              <a:schemeClr val="tx1"/>
            </a:solidFill>
          </a:ln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Follows: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follower_id</a:t>
            </a:r>
            <a:r>
              <a:rPr lang="en-US" dirty="0">
                <a:solidFill>
                  <a:schemeClr val="tx1"/>
                </a:solidFill>
              </a:rPr>
              <a:t>: id of the follower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followee_id</a:t>
            </a:r>
            <a:r>
              <a:rPr lang="en-US" dirty="0">
                <a:solidFill>
                  <a:schemeClr val="tx1"/>
                </a:solidFill>
              </a:rPr>
              <a:t>: id of the </a:t>
            </a:r>
            <a:r>
              <a:rPr lang="en-US" dirty="0" err="1">
                <a:solidFill>
                  <a:schemeClr val="tx1"/>
                </a:solidFill>
              </a:rPr>
              <a:t>followee</a:t>
            </a:r>
            <a:r>
              <a:rPr lang="en-US" dirty="0">
                <a:solidFill>
                  <a:schemeClr val="tx1"/>
                </a:solidFill>
              </a:rPr>
              <a:t> user.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created_at</a:t>
            </a:r>
            <a:r>
              <a:rPr lang="en-US" dirty="0">
                <a:solidFill>
                  <a:schemeClr val="tx1"/>
                </a:solidFill>
              </a:rPr>
              <a:t>: Timestamp of when the following happen.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82C72B-1097-15E9-D91F-ACEFF549C2AA}"/>
              </a:ext>
            </a:extLst>
          </p:cNvPr>
          <p:cNvSpPr txBox="1"/>
          <p:nvPr/>
        </p:nvSpPr>
        <p:spPr>
          <a:xfrm>
            <a:off x="1805608" y="3796748"/>
            <a:ext cx="489505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Tags: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id: Unique identifier of each tag.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tag_name</a:t>
            </a:r>
            <a:r>
              <a:rPr lang="en-US" dirty="0"/>
              <a:t>: Name of the tag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err="1"/>
              <a:t>created_at</a:t>
            </a:r>
            <a:r>
              <a:rPr lang="en-US" dirty="0"/>
              <a:t>: Timestamp of when the tag is created.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64632B-61B2-C15C-9152-8C693B66FE85}"/>
              </a:ext>
            </a:extLst>
          </p:cNvPr>
          <p:cNvSpPr txBox="1"/>
          <p:nvPr/>
        </p:nvSpPr>
        <p:spPr>
          <a:xfrm>
            <a:off x="7752520" y="3796748"/>
            <a:ext cx="287240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 err="1"/>
              <a:t>photo_tags</a:t>
            </a:r>
            <a:r>
              <a:rPr lang="en-IN" b="1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photo_id</a:t>
            </a:r>
            <a:r>
              <a:rPr lang="en-IN" dirty="0"/>
              <a:t>: id of the photo that have been tag.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 err="1"/>
              <a:t>tag_id</a:t>
            </a:r>
            <a:r>
              <a:rPr lang="en-IN" dirty="0"/>
              <a:t>: id of the tag</a:t>
            </a:r>
          </a:p>
        </p:txBody>
      </p:sp>
    </p:spTree>
    <p:extLst>
      <p:ext uri="{BB962C8B-B14F-4D97-AF65-F5344CB8AC3E}">
        <p14:creationId xmlns:p14="http://schemas.microsoft.com/office/powerpoint/2010/main" val="3036766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C9C49-21F7-61C4-D604-A95FD934E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258418"/>
            <a:ext cx="10018713" cy="66592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DATABASE SCHEMA</a:t>
            </a:r>
            <a:endParaRPr lang="en-IN" b="1" dirty="0">
              <a:solidFill>
                <a:schemeClr val="tx1"/>
              </a:solidFill>
            </a:endParaRPr>
          </a:p>
        </p:txBody>
      </p:sp>
      <p:pic>
        <p:nvPicPr>
          <p:cNvPr id="4" name="Picture 3" descr="A computer screen shot of a computer screen">
            <a:extLst>
              <a:ext uri="{FF2B5EF4-FFF2-40B4-BE49-F238E27FC236}">
                <a16:creationId xmlns:a16="http://schemas.microsoft.com/office/drawing/2014/main" id="{E122CFE7-7818-DB97-0439-D9B05301D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1" y="959125"/>
            <a:ext cx="9163878" cy="493974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891761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CBA90-243B-F77A-89A3-DDB05F4CF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58" y="258419"/>
            <a:ext cx="10018713" cy="59634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KEY FINDINGS</a:t>
            </a:r>
            <a:endParaRPr lang="en-IN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F7C654-1ED6-1181-991E-F35B5483EE0E}"/>
              </a:ext>
            </a:extLst>
          </p:cNvPr>
          <p:cNvSpPr txBox="1"/>
          <p:nvPr/>
        </p:nvSpPr>
        <p:spPr>
          <a:xfrm>
            <a:off x="2976765" y="854767"/>
            <a:ext cx="5431735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USER DISTRIBUTION  BY ACTIVITY LEVEL</a:t>
            </a:r>
            <a:endParaRPr lang="en-IN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DBFA0FF9-F2DE-7211-5F84-5F59D63BA1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9875241"/>
              </p:ext>
            </p:extLst>
          </p:nvPr>
        </p:nvGraphicFramePr>
        <p:xfrm>
          <a:off x="442286" y="1326585"/>
          <a:ext cx="6713888" cy="4935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BA0072E-7989-2A22-3DBC-1330880FD064}"/>
              </a:ext>
            </a:extLst>
          </p:cNvPr>
          <p:cNvSpPr txBox="1"/>
          <p:nvPr/>
        </p:nvSpPr>
        <p:spPr>
          <a:xfrm>
            <a:off x="7964692" y="2413337"/>
            <a:ext cx="332616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INSIGHTS:</a:t>
            </a:r>
          </a:p>
          <a:p>
            <a:r>
              <a:rPr lang="en-IN" dirty="0"/>
              <a:t>Based on the segmentation, Majority of the users (77) falls into </a:t>
            </a:r>
            <a:r>
              <a:rPr lang="en-IN" b="1" dirty="0"/>
              <a:t>Highly Active </a:t>
            </a:r>
            <a:r>
              <a:rPr lang="en-IN" dirty="0"/>
              <a:t>segment, followed by </a:t>
            </a:r>
            <a:r>
              <a:rPr lang="en-IN" b="1" dirty="0"/>
              <a:t>Inactive</a:t>
            </a:r>
            <a:r>
              <a:rPr lang="en-IN" dirty="0"/>
              <a:t> users, and then </a:t>
            </a:r>
            <a:r>
              <a:rPr lang="en-IN" b="1" dirty="0"/>
              <a:t>Low Active</a:t>
            </a:r>
            <a:r>
              <a:rPr lang="en-IN" dirty="0"/>
              <a:t> and </a:t>
            </a:r>
            <a:r>
              <a:rPr lang="en-IN" b="1" dirty="0"/>
              <a:t>Moderately Active</a:t>
            </a:r>
            <a:r>
              <a:rPr lang="en-IN" dirty="0"/>
              <a:t> segment.</a:t>
            </a:r>
          </a:p>
        </p:txBody>
      </p:sp>
    </p:spTree>
    <p:extLst>
      <p:ext uri="{BB962C8B-B14F-4D97-AF65-F5344CB8AC3E}">
        <p14:creationId xmlns:p14="http://schemas.microsoft.com/office/powerpoint/2010/main" val="4118350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58FB47-6018-85F5-DE87-626E81EE35C9}"/>
              </a:ext>
            </a:extLst>
          </p:cNvPr>
          <p:cNvSpPr txBox="1"/>
          <p:nvPr/>
        </p:nvSpPr>
        <p:spPr>
          <a:xfrm>
            <a:off x="556591" y="297570"/>
            <a:ext cx="10952922" cy="64633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INACTIVE USERS</a:t>
            </a:r>
          </a:p>
          <a:p>
            <a:pPr algn="ctr"/>
            <a:r>
              <a:rPr lang="en-US" b="1" dirty="0"/>
              <a:t>(</a:t>
            </a:r>
            <a:r>
              <a:rPr lang="en-US" dirty="0"/>
              <a:t>Users at risk of churn.</a:t>
            </a:r>
            <a:r>
              <a:rPr lang="en-US" b="1" dirty="0"/>
              <a:t>)</a:t>
            </a: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941929-F069-7B94-546D-544F1C4EB7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932378"/>
              </p:ext>
            </p:extLst>
          </p:nvPr>
        </p:nvGraphicFramePr>
        <p:xfrm>
          <a:off x="665923" y="1125938"/>
          <a:ext cx="5913782" cy="518668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913782">
                  <a:extLst>
                    <a:ext uri="{9D8B030D-6E8A-4147-A177-3AD203B41FA5}">
                      <a16:colId xmlns:a16="http://schemas.microsoft.com/office/drawing/2014/main" val="4212120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There are 13 users who fall into this category:</a:t>
                      </a:r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89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Kasandra_Homenick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5637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Tierra.Trantow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588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Pearl7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2982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David.Osinski47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570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Morgan.Kassulke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8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Linnea59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938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Franco_Keebler64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3611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Hulda.Macejkovic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5483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Darby_Herzog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353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Esther.Zulauf61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6683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Bartholome.Bernhard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Jessyca_West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953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Esmeralda.Mraz57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2251242"/>
                  </a:ext>
                </a:extLst>
              </a:tr>
            </a:tbl>
          </a:graphicData>
        </a:graphic>
      </p:graphicFrame>
      <p:sp>
        <p:nvSpPr>
          <p:cNvPr id="46" name="Thought Bubble: Cloud 45">
            <a:extLst>
              <a:ext uri="{FF2B5EF4-FFF2-40B4-BE49-F238E27FC236}">
                <a16:creationId xmlns:a16="http://schemas.microsoft.com/office/drawing/2014/main" id="{F470143A-21B7-5010-5881-4C17AC62DA28}"/>
              </a:ext>
            </a:extLst>
          </p:cNvPr>
          <p:cNvSpPr/>
          <p:nvPr/>
        </p:nvSpPr>
        <p:spPr>
          <a:xfrm>
            <a:off x="6904382" y="2297983"/>
            <a:ext cx="4621695" cy="1858617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These are the users who haven’t upload any post, like or comment on any post uploaded.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5560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E4847B-7CDC-5D1F-8452-8AD0D79D51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7496366"/>
              </p:ext>
            </p:extLst>
          </p:nvPr>
        </p:nvGraphicFramePr>
        <p:xfrm>
          <a:off x="482045" y="1302027"/>
          <a:ext cx="6137415" cy="48204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44B7936-4328-473E-B9BC-2E11AA28EBF8}"/>
              </a:ext>
            </a:extLst>
          </p:cNvPr>
          <p:cNvSpPr txBox="1"/>
          <p:nvPr/>
        </p:nvSpPr>
        <p:spPr>
          <a:xfrm>
            <a:off x="1515717" y="449131"/>
            <a:ext cx="8617226" cy="64633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Hashtags with engagement rate </a:t>
            </a:r>
          </a:p>
          <a:p>
            <a:pPr algn="ctr"/>
            <a:r>
              <a:rPr lang="en-US" b="1" dirty="0"/>
              <a:t>(</a:t>
            </a:r>
            <a:r>
              <a:rPr lang="en-US" dirty="0"/>
              <a:t>What content themes perform best?</a:t>
            </a:r>
            <a:r>
              <a:rPr lang="en-US" b="1" dirty="0"/>
              <a:t>)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B83128-122D-915A-2C5F-8AFDABC1D9AC}"/>
              </a:ext>
            </a:extLst>
          </p:cNvPr>
          <p:cNvSpPr txBox="1"/>
          <p:nvPr/>
        </p:nvSpPr>
        <p:spPr>
          <a:xfrm>
            <a:off x="6937513" y="1182756"/>
            <a:ext cx="4772441" cy="53553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INSIGHTS: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Food-related tags</a:t>
            </a:r>
            <a:r>
              <a:rPr lang="en-IN" b="1" dirty="0"/>
              <a:t> ("delicious," "foodie," "food") </a:t>
            </a:r>
            <a:r>
              <a:rPr lang="en-IN" dirty="0"/>
              <a:t>lead with the highest engagement </a:t>
            </a:r>
            <a:r>
              <a:rPr lang="en-IN" b="1" dirty="0"/>
              <a:t>(~64-65)</a:t>
            </a:r>
            <a:r>
              <a:rPr lang="en-IN" dirty="0"/>
              <a:t>, indicating strong user interest in food content.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Visual and aesthetic tags</a:t>
            </a:r>
            <a:r>
              <a:rPr lang="en-IN" b="1" dirty="0"/>
              <a:t> ("beauty," "sunset," "stunning," "photography," "landscape," "style") </a:t>
            </a:r>
            <a:r>
              <a:rPr lang="en-IN" dirty="0"/>
              <a:t>also perform very well, reflecting appeal in artistic and scenic content.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Emotional and social tags</a:t>
            </a:r>
            <a:r>
              <a:rPr lang="en-IN" b="1" dirty="0"/>
              <a:t> ("smile," "party," "happy," "fun," "lol") </a:t>
            </a:r>
            <a:r>
              <a:rPr lang="en-IN" dirty="0"/>
              <a:t>show healthy engagement, emphasizing the value of relatable, joyful content.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Lifestyle and fashion tags</a:t>
            </a:r>
            <a:r>
              <a:rPr lang="en-IN" b="1" dirty="0"/>
              <a:t> ("hair," "concert," "fashion") </a:t>
            </a:r>
            <a:r>
              <a:rPr lang="en-IN" dirty="0"/>
              <a:t>have moderate engagement around </a:t>
            </a:r>
            <a:r>
              <a:rPr lang="en-IN" b="1" dirty="0"/>
              <a:t>62.5-63</a:t>
            </a:r>
            <a:r>
              <a:rPr lang="en-IN" dirty="0"/>
              <a:t>, suggesting steady interest in these niches.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922140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F68CEB-869D-408E-2BC8-1E3D7F8EB6AD}"/>
              </a:ext>
            </a:extLst>
          </p:cNvPr>
          <p:cNvSpPr txBox="1"/>
          <p:nvPr/>
        </p:nvSpPr>
        <p:spPr>
          <a:xfrm>
            <a:off x="367747" y="346760"/>
            <a:ext cx="9640958" cy="369332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Aptos Display" panose="020B0004020202020204" pitchFamily="34" charset="0"/>
              </a:rPr>
              <a:t>IDEAL USER FOR INFLUENCING MARKETING CAMPAIGN OR POTENTIAL BRAND AMBASSADORS</a:t>
            </a:r>
            <a:endParaRPr lang="en-IN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37EB373-CA72-98B2-B4BB-BBB361CB6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326563"/>
              </p:ext>
            </p:extLst>
          </p:nvPr>
        </p:nvGraphicFramePr>
        <p:xfrm>
          <a:off x="467137" y="1502688"/>
          <a:ext cx="5854149" cy="4846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951383">
                  <a:extLst>
                    <a:ext uri="{9D8B030D-6E8A-4147-A177-3AD203B41FA5}">
                      <a16:colId xmlns:a16="http://schemas.microsoft.com/office/drawing/2014/main" val="385314522"/>
                    </a:ext>
                  </a:extLst>
                </a:gridCol>
                <a:gridCol w="1951383">
                  <a:extLst>
                    <a:ext uri="{9D8B030D-6E8A-4147-A177-3AD203B41FA5}">
                      <a16:colId xmlns:a16="http://schemas.microsoft.com/office/drawing/2014/main" val="3242781587"/>
                    </a:ext>
                  </a:extLst>
                </a:gridCol>
                <a:gridCol w="1951383">
                  <a:extLst>
                    <a:ext uri="{9D8B030D-6E8A-4147-A177-3AD203B41FA5}">
                      <a16:colId xmlns:a16="http://schemas.microsoft.com/office/drawing/2014/main" val="1823403368"/>
                    </a:ext>
                  </a:extLst>
                </a:gridCol>
              </a:tblGrid>
              <a:tr h="74610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USERNAME</a:t>
                      </a:r>
                      <a:endParaRPr lang="en-IN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FOLLOWER COUNT</a:t>
                      </a:r>
                      <a:endParaRPr lang="en-IN" dirty="0">
                        <a:solidFill>
                          <a:schemeClr val="tx1"/>
                        </a:solidFill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AVG ENGAGEMENT RATE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9666358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 err="1"/>
                        <a:t>Donald.Fritsch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65.33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US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101836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Aurelie71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65.25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090364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Cesar93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64.6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78396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Florence99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64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2059038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Jaime53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62.5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70099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Eveline95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62.41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233981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 err="1"/>
                        <a:t>Kenton_kirlin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62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875261"/>
                  </a:ext>
                </a:extLst>
              </a:tr>
              <a:tr h="522274">
                <a:tc>
                  <a:txBody>
                    <a:bodyPr/>
                    <a:lstStyle/>
                    <a:p>
                      <a:r>
                        <a:rPr lang="en-IN" dirty="0"/>
                        <a:t>Delfina_VonRueden68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62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443240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Mariano_Koch3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61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724842"/>
                  </a:ext>
                </a:extLst>
              </a:tr>
              <a:tr h="298442">
                <a:tc>
                  <a:txBody>
                    <a:bodyPr/>
                    <a:lstStyle/>
                    <a:p>
                      <a:r>
                        <a:rPr lang="en-IN" dirty="0"/>
                        <a:t>Clint27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</a:t>
                      </a:r>
                      <a:endParaRPr lang="en-IN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4293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1D4AAC-BD46-B593-86FB-F06DE714AADC}"/>
              </a:ext>
            </a:extLst>
          </p:cNvPr>
          <p:cNvSpPr txBox="1"/>
          <p:nvPr/>
        </p:nvSpPr>
        <p:spPr>
          <a:xfrm>
            <a:off x="367747" y="768226"/>
            <a:ext cx="882594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Ideal candidates for influencer marketing campaigns are users who have </a:t>
            </a:r>
            <a:r>
              <a:rPr lang="en-IN" b="1" dirty="0"/>
              <a:t>highest follower counts</a:t>
            </a:r>
            <a:r>
              <a:rPr lang="en-IN" dirty="0"/>
              <a:t> and </a:t>
            </a:r>
            <a:r>
              <a:rPr lang="en-IN" b="1" dirty="0"/>
              <a:t>strong engagement rates</a:t>
            </a:r>
            <a:r>
              <a:rPr lang="en-IN" dirty="0"/>
              <a:t> (many likes, comments per post).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53953-DC4B-F460-0D1D-B90DFBA81736}"/>
              </a:ext>
            </a:extLst>
          </p:cNvPr>
          <p:cNvSpPr txBox="1"/>
          <p:nvPr/>
        </p:nvSpPr>
        <p:spPr>
          <a:xfrm>
            <a:off x="6549888" y="1484689"/>
            <a:ext cx="5062330" cy="50783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  <a:latin typeface="Aptos Display" panose="020B0004020202020204" pitchFamily="34" charset="0"/>
              </a:rPr>
              <a:t>RECOMMENDATION: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Personalized Outreach: </a:t>
            </a:r>
            <a:r>
              <a:rPr lang="en-IN" dirty="0"/>
              <a:t>Contact the influencer(s) with tailored proposals, referencing both their follower reach and engagement impact.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Offer Value: </a:t>
            </a:r>
            <a:r>
              <a:rPr lang="en-IN" dirty="0"/>
              <a:t>Suggest benefits such as exclusive access, partnerships, or compensation to incentivize collaboration.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Creative Freedom</a:t>
            </a:r>
            <a:r>
              <a:rPr lang="en-IN" dirty="0"/>
              <a:t>: Empower influencers with flexibility in content creation for authenticity and better campaign results.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Long-Term Partnership: </a:t>
            </a:r>
            <a:r>
              <a:rPr lang="en-IN" dirty="0"/>
              <a:t>Consider ongoing ambassador roles for sustained brand visibility.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Performance Tracking: </a:t>
            </a:r>
            <a:r>
              <a:rPr lang="en-IN" dirty="0"/>
              <a:t>Measure influencer campaign effectiveness and refine selection/strategy based on future engagement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2859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7D6DE1-48E5-941E-2732-AAB94ED4CC4D}"/>
              </a:ext>
            </a:extLst>
          </p:cNvPr>
          <p:cNvSpPr txBox="1"/>
          <p:nvPr/>
        </p:nvSpPr>
        <p:spPr>
          <a:xfrm>
            <a:off x="737154" y="367461"/>
            <a:ext cx="9140687" cy="646331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ptos Display" panose="020B0004020202020204" pitchFamily="34" charset="0"/>
              </a:rPr>
              <a:t>TOP 10 ENGAGED USERS</a:t>
            </a:r>
          </a:p>
          <a:p>
            <a:pPr algn="ctr"/>
            <a:r>
              <a:rPr lang="en-US" b="1" dirty="0">
                <a:latin typeface="Aptos Display" panose="020B0004020202020204" pitchFamily="34" charset="0"/>
              </a:rPr>
              <a:t> (</a:t>
            </a:r>
            <a:r>
              <a:rPr lang="en-US" dirty="0"/>
              <a:t>Power users who drive most interactions.</a:t>
            </a:r>
            <a:r>
              <a:rPr lang="en-US" b="1" dirty="0">
                <a:latin typeface="Aptos Display" panose="020B0004020202020204" pitchFamily="34" charset="0"/>
              </a:rPr>
              <a:t>)</a:t>
            </a:r>
            <a:endParaRPr lang="en-IN" b="1" dirty="0">
              <a:latin typeface="Aptos Display" panose="020B0004020202020204" pitchFamily="34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63833FD4-146C-489B-B451-9002937B13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26479680"/>
              </p:ext>
            </p:extLst>
          </p:nvPr>
        </p:nvGraphicFramePr>
        <p:xfrm>
          <a:off x="737154" y="1323054"/>
          <a:ext cx="6796707" cy="4770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808D6F6-6F3D-690B-4763-92B3F5FA5B02}"/>
              </a:ext>
            </a:extLst>
          </p:cNvPr>
          <p:cNvSpPr txBox="1"/>
          <p:nvPr/>
        </p:nvSpPr>
        <p:spPr>
          <a:xfrm>
            <a:off x="8155056" y="1295186"/>
            <a:ext cx="3250096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INSIGHTS:</a:t>
            </a:r>
          </a:p>
          <a:p>
            <a:r>
              <a:rPr lang="en-IN" dirty="0">
                <a:latin typeface="Aptos Display" panose="020B0004020202020204" pitchFamily="34" charset="0"/>
              </a:rPr>
              <a:t>These are the top 10 users with highest engagement score (count of post they made, and number of likes and comments on their posts)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4219EE-F978-BD07-8B41-0BCE6D0755EE}"/>
              </a:ext>
            </a:extLst>
          </p:cNvPr>
          <p:cNvSpPr txBox="1"/>
          <p:nvPr/>
        </p:nvSpPr>
        <p:spPr>
          <a:xfrm>
            <a:off x="8155056" y="3508513"/>
            <a:ext cx="3250096" cy="258532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RECOMMENDATION:</a:t>
            </a:r>
          </a:p>
          <a:p>
            <a:r>
              <a:rPr lang="en-IN" dirty="0">
                <a:latin typeface="Aptos Display" panose="020B0004020202020204" pitchFamily="34" charset="0"/>
              </a:rPr>
              <a:t>Assign reward tiers based on rank as:</a:t>
            </a:r>
          </a:p>
          <a:p>
            <a:pPr lvl="0"/>
            <a:r>
              <a:rPr lang="en-IN" b="1" dirty="0">
                <a:latin typeface="Aptos Display" panose="020B0004020202020204" pitchFamily="34" charset="0"/>
              </a:rPr>
              <a:t>Rank 1 </a:t>
            </a:r>
            <a:r>
              <a:rPr lang="en-IN" b="1" dirty="0">
                <a:latin typeface="Aptos Display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en-IN" b="1" dirty="0">
                <a:latin typeface="Aptos Display" panose="020B0004020202020204" pitchFamily="34" charset="0"/>
              </a:rPr>
              <a:t> 'Gold - Exclusive Access + Gifts'</a:t>
            </a:r>
            <a:endParaRPr lang="en-IN" dirty="0">
              <a:latin typeface="Aptos Display" panose="020B0004020202020204" pitchFamily="34" charset="0"/>
            </a:endParaRPr>
          </a:p>
          <a:p>
            <a:pPr lvl="0"/>
            <a:r>
              <a:rPr lang="en-IN" b="1" dirty="0">
                <a:latin typeface="Aptos Display" panose="020B0004020202020204" pitchFamily="34" charset="0"/>
              </a:rPr>
              <a:t>Rank 2-5 </a:t>
            </a:r>
            <a:r>
              <a:rPr lang="en-IN" b="1" dirty="0">
                <a:latin typeface="Aptos Display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en-IN" b="1" dirty="0">
                <a:latin typeface="Aptos Display" panose="020B0004020202020204" pitchFamily="34" charset="0"/>
              </a:rPr>
              <a:t> 'Silver - Discounts + Badges'</a:t>
            </a:r>
            <a:endParaRPr lang="en-IN" dirty="0">
              <a:latin typeface="Aptos Display" panose="020B0004020202020204" pitchFamily="34" charset="0"/>
            </a:endParaRPr>
          </a:p>
          <a:p>
            <a:r>
              <a:rPr lang="en-IN" b="1" dirty="0">
                <a:latin typeface="Aptos Display" panose="020B0004020202020204" pitchFamily="34" charset="0"/>
              </a:rPr>
              <a:t>Rank 6-10 </a:t>
            </a:r>
            <a:r>
              <a:rPr lang="en-IN" b="1" dirty="0">
                <a:latin typeface="Aptos Display" panose="020B0004020202020204" pitchFamily="34" charset="0"/>
                <a:sym typeface="Wingdings" panose="05000000000000000000" pitchFamily="2" charset="2"/>
              </a:rPr>
              <a:t></a:t>
            </a:r>
            <a:r>
              <a:rPr lang="en-IN" b="1" dirty="0">
                <a:latin typeface="Aptos Display" panose="020B0004020202020204" pitchFamily="34" charset="0"/>
              </a:rPr>
              <a:t> 'Bronze - Recognition + Small Perks' </a:t>
            </a:r>
            <a:endParaRPr lang="en-I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516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53B281-6BA2-CA61-49CD-FC41D643B37F}"/>
              </a:ext>
            </a:extLst>
          </p:cNvPr>
          <p:cNvSpPr txBox="1"/>
          <p:nvPr/>
        </p:nvSpPr>
        <p:spPr>
          <a:xfrm>
            <a:off x="2299252" y="653823"/>
            <a:ext cx="706672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REWARD STRATEGY FOR ENGAGED USERS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4E781-3E15-1D57-44D8-FAD8C7DD0CA6}"/>
              </a:ext>
            </a:extLst>
          </p:cNvPr>
          <p:cNvSpPr txBox="1"/>
          <p:nvPr/>
        </p:nvSpPr>
        <p:spPr>
          <a:xfrm>
            <a:off x="490329" y="1767006"/>
            <a:ext cx="11211340" cy="20313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RECOMMENDATION: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Focus on nurturing and rewarding </a:t>
            </a:r>
            <a:r>
              <a:rPr lang="en-IN" b="1" dirty="0"/>
              <a:t>Highly active</a:t>
            </a:r>
            <a:r>
              <a:rPr lang="en-IN" dirty="0"/>
              <a:t> segment via exclusive perks, content creator programs, and brand ambassador roles.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For </a:t>
            </a:r>
            <a:r>
              <a:rPr lang="en-IN" b="1" dirty="0"/>
              <a:t>inactive</a:t>
            </a:r>
            <a:r>
              <a:rPr lang="en-IN" dirty="0"/>
              <a:t> user segment, deploy win-back campaigns, personalized notifications, and incentives to reactivate.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Encourage gradual increase in participation with gamification and tailored content for </a:t>
            </a:r>
            <a:r>
              <a:rPr lang="en-IN" b="1" dirty="0"/>
              <a:t>low active</a:t>
            </a:r>
            <a:r>
              <a:rPr lang="en-IN" dirty="0"/>
              <a:t> segment.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Investigate definitions or consider regrouping for better balance for </a:t>
            </a:r>
            <a:r>
              <a:rPr lang="en-IN" b="1" dirty="0"/>
              <a:t>moderately active</a:t>
            </a:r>
            <a:r>
              <a:rPr lang="en-IN" dirty="0"/>
              <a:t> segment.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5518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D33C90-F055-25A0-6CFA-7BCE9F3156C8}"/>
              </a:ext>
            </a:extLst>
          </p:cNvPr>
          <p:cNvSpPr txBox="1"/>
          <p:nvPr/>
        </p:nvSpPr>
        <p:spPr>
          <a:xfrm>
            <a:off x="2743201" y="524873"/>
            <a:ext cx="613244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RE-ENGAGEMENT STRATEGY FOR INACTIVE USERS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00FAED-820E-9CB4-E62A-533BA958A2F8}"/>
              </a:ext>
            </a:extLst>
          </p:cNvPr>
          <p:cNvGrpSpPr/>
          <p:nvPr/>
        </p:nvGrpSpPr>
        <p:grpSpPr>
          <a:xfrm>
            <a:off x="755375" y="2084119"/>
            <a:ext cx="10535478" cy="4249008"/>
            <a:chOff x="0" y="0"/>
            <a:chExt cx="6229167" cy="37715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BF50232-9E1F-E251-2812-AE6CA89E0C3C}"/>
                </a:ext>
              </a:extLst>
            </p:cNvPr>
            <p:cNvSpPr/>
            <p:nvPr/>
          </p:nvSpPr>
          <p:spPr>
            <a:xfrm>
              <a:off x="17597" y="0"/>
              <a:ext cx="2878790" cy="65854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1.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Identify Inactive Users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677A757-AB37-3BB5-40B5-E9E0179E11A5}"/>
                </a:ext>
              </a:extLst>
            </p:cNvPr>
            <p:cNvSpPr/>
            <p:nvPr/>
          </p:nvSpPr>
          <p:spPr>
            <a:xfrm>
              <a:off x="0" y="838034"/>
              <a:ext cx="2878790" cy="70211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3.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Incentivize Return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(Offer bonuses, sneak peeks, or exclusive content.)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F7E4762-4E4E-41D5-53DD-4B858E5FC666}"/>
                </a:ext>
              </a:extLst>
            </p:cNvPr>
            <p:cNvSpPr/>
            <p:nvPr/>
          </p:nvSpPr>
          <p:spPr>
            <a:xfrm>
              <a:off x="17597" y="1640453"/>
              <a:ext cx="2878790" cy="615891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5.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Reward First Action 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Give badges,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   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points, or discounts.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6881ADB-E3FF-CD01-4A00-075CD3967332}"/>
                </a:ext>
              </a:extLst>
            </p:cNvPr>
            <p:cNvSpPr/>
            <p:nvPr/>
          </p:nvSpPr>
          <p:spPr>
            <a:xfrm>
              <a:off x="0" y="2361925"/>
              <a:ext cx="2878790" cy="64756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7.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Inspire with Peers –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Highlight trending or popular posts from others.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E6AF925-EA5A-4D11-FF15-A1C0C18726BE}"/>
                </a:ext>
              </a:extLst>
            </p:cNvPr>
            <p:cNvSpPr/>
            <p:nvPr/>
          </p:nvSpPr>
          <p:spPr>
            <a:xfrm>
              <a:off x="17597" y="3116721"/>
              <a:ext cx="2878790" cy="654867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9.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Provide Support – Offer quick help or tips to resolve issues.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2E05749-8555-65CE-EC46-5297079862E2}"/>
                </a:ext>
              </a:extLst>
            </p:cNvPr>
            <p:cNvSpPr/>
            <p:nvPr/>
          </p:nvSpPr>
          <p:spPr>
            <a:xfrm>
              <a:off x="3350377" y="0"/>
              <a:ext cx="2878790" cy="700778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2.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Personalized Outreach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(Remind with emails or push notifications.)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A0452B2-8BE3-E08C-E31C-CBD128758D7C}"/>
                </a:ext>
              </a:extLst>
            </p:cNvPr>
            <p:cNvSpPr/>
            <p:nvPr/>
          </p:nvSpPr>
          <p:spPr>
            <a:xfrm>
              <a:off x="3350377" y="880267"/>
              <a:ext cx="2878790" cy="622930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4.Simplify Posting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(Provide templates or suggestions for easy content creation.)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5273FFA6-AAD9-6BE9-B4C8-A85B650668C2}"/>
                </a:ext>
              </a:extLst>
            </p:cNvPr>
            <p:cNvSpPr/>
            <p:nvPr/>
          </p:nvSpPr>
          <p:spPr>
            <a:xfrm>
              <a:off x="3350377" y="1640453"/>
              <a:ext cx="2878790" cy="563101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6.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Gamify Participation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 (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Run contests, challenges, or giveaways.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050BF2B-13F1-C18E-F7A3-78DD2129FA25}"/>
                </a:ext>
              </a:extLst>
            </p:cNvPr>
            <p:cNvSpPr/>
            <p:nvPr/>
          </p:nvSpPr>
          <p:spPr>
            <a:xfrm>
              <a:off x="3350377" y="2361925"/>
              <a:ext cx="2878790" cy="647566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8.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Personalized Feed –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Show hot topics and relevant interests.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3E24DC3-9D39-089D-B24E-3E5B6476C015}"/>
                </a:ext>
              </a:extLst>
            </p:cNvPr>
            <p:cNvSpPr/>
            <p:nvPr/>
          </p:nvSpPr>
          <p:spPr>
            <a:xfrm>
              <a:off x="3350377" y="3116721"/>
              <a:ext cx="2878790" cy="654867"/>
            </a:xfrm>
            <a:prstGeom prst="roundRect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10.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Measure &amp; Optimize – 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(</a:t>
              </a:r>
              <a:r>
                <a:rPr lang="en-IN" sz="2000" b="1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Aptos" panose="020B0004020202020204" pitchFamily="34" charset="0"/>
                </a:rPr>
                <a:t>Track re-engagement and refine strategies.</a:t>
              </a:r>
              <a:r>
                <a:rPr lang="en-IN" sz="2000" kern="100" dirty="0">
                  <a:solidFill>
                    <a:srgbClr val="FFFFFF"/>
                  </a:solidFill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)</a:t>
              </a:r>
              <a:endParaRPr lang="en-IN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E19D5536-0478-A3A6-FA0E-6FA092AE6BBA}"/>
                </a:ext>
              </a:extLst>
            </p:cNvPr>
            <p:cNvSpPr/>
            <p:nvPr/>
          </p:nvSpPr>
          <p:spPr>
            <a:xfrm>
              <a:off x="2928061" y="276482"/>
              <a:ext cx="422316" cy="105581"/>
            </a:xfrm>
            <a:prstGeom prst="right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IN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BEE54253-2DBD-30D3-3E0E-B732F3F44842}"/>
                </a:ext>
              </a:extLst>
            </p:cNvPr>
            <p:cNvSpPr/>
            <p:nvPr/>
          </p:nvSpPr>
          <p:spPr>
            <a:xfrm>
              <a:off x="2928061" y="1175895"/>
              <a:ext cx="422316" cy="105581"/>
            </a:xfrm>
            <a:prstGeom prst="right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IN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6EABEEF6-AD79-AFFA-7219-A210D039CFEF}"/>
                </a:ext>
              </a:extLst>
            </p:cNvPr>
            <p:cNvSpPr/>
            <p:nvPr/>
          </p:nvSpPr>
          <p:spPr>
            <a:xfrm>
              <a:off x="2912224" y="1895608"/>
              <a:ext cx="422316" cy="105581"/>
            </a:xfrm>
            <a:prstGeom prst="right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IN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A92CC9AB-8C95-8D4F-E6A4-8F0EE7919042}"/>
                </a:ext>
              </a:extLst>
            </p:cNvPr>
            <p:cNvSpPr/>
            <p:nvPr/>
          </p:nvSpPr>
          <p:spPr>
            <a:xfrm>
              <a:off x="2903426" y="2632918"/>
              <a:ext cx="422316" cy="105581"/>
            </a:xfrm>
            <a:prstGeom prst="right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IN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94B07F78-E9C3-DA8C-4B91-BFF03295047A}"/>
                </a:ext>
              </a:extLst>
            </p:cNvPr>
            <p:cNvSpPr/>
            <p:nvPr/>
          </p:nvSpPr>
          <p:spPr>
            <a:xfrm>
              <a:off x="2903426" y="3391363"/>
              <a:ext cx="422316" cy="105581"/>
            </a:xfrm>
            <a:prstGeom prst="rightArrow">
              <a:avLst/>
            </a:prstGeom>
            <a:ln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endParaRPr lang="en-IN"/>
            </a:p>
          </p:txBody>
        </p:sp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E65D6DB5-94C9-F7E0-FDF6-38EFA632E1D3}"/>
                </a:ext>
              </a:extLst>
            </p:cNvPr>
            <p:cNvCxnSpPr/>
            <p:nvPr/>
          </p:nvCxnSpPr>
          <p:spPr>
            <a:xfrm flipH="1">
              <a:off x="2912224" y="700778"/>
              <a:ext cx="471587" cy="274512"/>
            </a:xfrm>
            <a:prstGeom prst="curvedConnector3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Connector: Curved 19">
              <a:extLst>
                <a:ext uri="{FF2B5EF4-FFF2-40B4-BE49-F238E27FC236}">
                  <a16:creationId xmlns:a16="http://schemas.microsoft.com/office/drawing/2014/main" id="{D0239A8E-60FA-3D8B-5622-223E313695E8}"/>
                </a:ext>
              </a:extLst>
            </p:cNvPr>
            <p:cNvCxnSpPr/>
            <p:nvPr/>
          </p:nvCxnSpPr>
          <p:spPr>
            <a:xfrm flipH="1">
              <a:off x="2878790" y="1438088"/>
              <a:ext cx="471587" cy="274512"/>
            </a:xfrm>
            <a:prstGeom prst="curvedConnector3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Connector: Curved 20">
              <a:extLst>
                <a:ext uri="{FF2B5EF4-FFF2-40B4-BE49-F238E27FC236}">
                  <a16:creationId xmlns:a16="http://schemas.microsoft.com/office/drawing/2014/main" id="{F45A50C4-074C-6FCE-9251-AA61F57D7A63}"/>
                </a:ext>
              </a:extLst>
            </p:cNvPr>
            <p:cNvCxnSpPr/>
            <p:nvPr/>
          </p:nvCxnSpPr>
          <p:spPr>
            <a:xfrm flipH="1">
              <a:off x="2887589" y="2203553"/>
              <a:ext cx="471587" cy="274512"/>
            </a:xfrm>
            <a:prstGeom prst="curvedConnector3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Connector: Curved 21">
              <a:extLst>
                <a:ext uri="{FF2B5EF4-FFF2-40B4-BE49-F238E27FC236}">
                  <a16:creationId xmlns:a16="http://schemas.microsoft.com/office/drawing/2014/main" id="{7F51BF2C-5052-A3A7-3494-0C9E4CC96E13}"/>
                </a:ext>
              </a:extLst>
            </p:cNvPr>
            <p:cNvCxnSpPr/>
            <p:nvPr/>
          </p:nvCxnSpPr>
          <p:spPr>
            <a:xfrm flipH="1">
              <a:off x="2903426" y="2953181"/>
              <a:ext cx="471587" cy="274512"/>
            </a:xfrm>
            <a:prstGeom prst="curvedConnector3">
              <a:avLst/>
            </a:prstGeom>
            <a:ln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6147AB1-FE5B-7007-A3E7-1EB22C9A7686}"/>
              </a:ext>
            </a:extLst>
          </p:cNvPr>
          <p:cNvSpPr txBox="1"/>
          <p:nvPr/>
        </p:nvSpPr>
        <p:spPr>
          <a:xfrm>
            <a:off x="2703862" y="982626"/>
            <a:ext cx="6211119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RECOMMENDATION:</a:t>
            </a:r>
          </a:p>
          <a:p>
            <a:r>
              <a:rPr lang="en-IN" b="1" dirty="0"/>
              <a:t>(To re-engage them and encourage them to start posting or engaging again)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781338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1F488-87DE-2A67-CAD6-79AFA0BE8CF3}"/>
              </a:ext>
            </a:extLst>
          </p:cNvPr>
          <p:cNvSpPr txBox="1"/>
          <p:nvPr/>
        </p:nvSpPr>
        <p:spPr>
          <a:xfrm>
            <a:off x="584752" y="1669773"/>
            <a:ext cx="11022495" cy="36933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RECOMMENDATIONS: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Create and promote content focused on highly engaging themes like</a:t>
            </a:r>
            <a:r>
              <a:rPr lang="en-IN" b="1" dirty="0"/>
              <a:t> food </a:t>
            </a:r>
            <a:r>
              <a:rPr lang="en-IN" dirty="0"/>
              <a:t>and </a:t>
            </a:r>
            <a:r>
              <a:rPr lang="en-IN" b="1" dirty="0"/>
              <a:t>visual beauty </a:t>
            </a:r>
            <a:r>
              <a:rPr lang="en-IN" dirty="0"/>
              <a:t>to maximize user interaction.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 these top hashtags strategically in posts and ads to increase reach and visibility.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Combine popular tags with </a:t>
            </a:r>
            <a:r>
              <a:rPr lang="en-IN" b="1" dirty="0"/>
              <a:t>emotional</a:t>
            </a:r>
            <a:r>
              <a:rPr lang="en-IN" dirty="0"/>
              <a:t> or </a:t>
            </a:r>
            <a:r>
              <a:rPr lang="en-IN" b="1" dirty="0"/>
              <a:t>social themes </a:t>
            </a:r>
            <a:r>
              <a:rPr lang="en-IN" dirty="0"/>
              <a:t>to make content more relatable and shareable.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Track changes in engagement scores over time to stay updated with evolving trends.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Design ads around high-performing content topics for better resonance and effectiveness.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Use data-driven selection of hashtags in sponsored posts to boost ad</a:t>
            </a:r>
            <a:r>
              <a:rPr lang="en-IN" b="1" dirty="0"/>
              <a:t> ROI</a:t>
            </a:r>
            <a:r>
              <a:rPr lang="en-IN" dirty="0"/>
              <a:t>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Regularly update hashtag analysis to spot emerging topics.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dirty="0"/>
              <a:t>Suggest high-engagement hashtags to users during posting to help them get discovered, increasing platform-wide engagement.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88D27-32DF-6A40-AAE9-C7A982C6303D}"/>
              </a:ext>
            </a:extLst>
          </p:cNvPr>
          <p:cNvSpPr txBox="1"/>
          <p:nvPr/>
        </p:nvSpPr>
        <p:spPr>
          <a:xfrm>
            <a:off x="2136914" y="553145"/>
            <a:ext cx="69076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CONTENT STRATEGY</a:t>
            </a:r>
          </a:p>
        </p:txBody>
      </p:sp>
    </p:spTree>
    <p:extLst>
      <p:ext uri="{BB962C8B-B14F-4D97-AF65-F5344CB8AC3E}">
        <p14:creationId xmlns:p14="http://schemas.microsoft.com/office/powerpoint/2010/main" val="801694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1A040F-BD72-8D36-B353-5DEDDE8D93C4}"/>
              </a:ext>
            </a:extLst>
          </p:cNvPr>
          <p:cNvSpPr txBox="1"/>
          <p:nvPr/>
        </p:nvSpPr>
        <p:spPr>
          <a:xfrm>
            <a:off x="927652" y="1480930"/>
            <a:ext cx="5542722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The analysis highlights clear opportunities to </a:t>
            </a:r>
            <a:r>
              <a:rPr lang="en-US" b="1" dirty="0"/>
              <a:t>boost engagement</a:t>
            </a:r>
            <a:r>
              <a:rPr lang="en-US" dirty="0"/>
              <a:t> by focusing on highly active users while re-engaging inactive ones.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Food, visual, and emotional content</a:t>
            </a:r>
            <a:r>
              <a:rPr lang="en-US" dirty="0"/>
              <a:t> drive the highest interaction, making them ideal themes for targeted campaigns.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Influencer partnerships</a:t>
            </a:r>
            <a:r>
              <a:rPr lang="en-US" dirty="0"/>
              <a:t> with users having both reach and engagement potential can amplify brand visibility.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Segment-based strategies (active, low active, inactive) ensure a </a:t>
            </a:r>
            <a:r>
              <a:rPr lang="en-US" b="1" dirty="0"/>
              <a:t>personalized and effective approach</a:t>
            </a:r>
            <a:r>
              <a:rPr lang="en-US" dirty="0"/>
              <a:t> to user retention and growth.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Overall, leveraging these insights can </a:t>
            </a:r>
            <a:r>
              <a:rPr lang="en-US" b="1" dirty="0"/>
              <a:t>enhance marketing ROI, strengthen community bonds, and sustain long-term user acquisition.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F4FE10-AD12-F3AB-3724-4E5207808B65}"/>
              </a:ext>
            </a:extLst>
          </p:cNvPr>
          <p:cNvSpPr txBox="1"/>
          <p:nvPr/>
        </p:nvSpPr>
        <p:spPr>
          <a:xfrm>
            <a:off x="1038637" y="506821"/>
            <a:ext cx="3115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highlight>
                  <a:srgbClr val="FFFF00"/>
                </a:highlight>
              </a:rPr>
              <a:t>CONCLUSION:</a:t>
            </a:r>
            <a:endParaRPr lang="en-IN" sz="3200" b="1" u="sng" dirty="0">
              <a:highlight>
                <a:srgbClr val="FFFF00"/>
              </a:highlight>
            </a:endParaRPr>
          </a:p>
        </p:txBody>
      </p:sp>
      <p:pic>
        <p:nvPicPr>
          <p:cNvPr id="2" name="Picture 1" descr="Sharing Ideas Stock Vector Illustration And Royalty Free Sharing Ideas  Clipart | Ideas Clip Art | gonzaleschurchofchrist.org">
            <a:extLst>
              <a:ext uri="{FF2B5EF4-FFF2-40B4-BE49-F238E27FC236}">
                <a16:creationId xmlns:a16="http://schemas.microsoft.com/office/drawing/2014/main" id="{D6978EF3-53EF-C94F-FB30-6368E1D688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7" t="1774" r="8350" b="3226"/>
          <a:stretch/>
        </p:blipFill>
        <p:spPr bwMode="auto">
          <a:xfrm>
            <a:off x="6606436" y="421374"/>
            <a:ext cx="4922729" cy="60152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947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A78822-D423-0D0E-D8BD-60043ECE8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373" y="494634"/>
            <a:ext cx="9757253" cy="6025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0632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278</TotalTime>
  <Words>1302</Words>
  <Application>Microsoft Office PowerPoint</Application>
  <PresentationFormat>Widescreen</PresentationFormat>
  <Paragraphs>169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Aptos Display</vt:lpstr>
      <vt:lpstr>Arial</vt:lpstr>
      <vt:lpstr>Century Gothic</vt:lpstr>
      <vt:lpstr>Corbel</vt:lpstr>
      <vt:lpstr>Lato</vt:lpstr>
      <vt:lpstr>Wingdings</vt:lpstr>
      <vt:lpstr>Basis</vt:lpstr>
      <vt:lpstr>SOCIAL MEDIA ANALYSIS</vt:lpstr>
      <vt:lpstr>ABOUT META</vt:lpstr>
      <vt:lpstr>AGENDA</vt:lpstr>
      <vt:lpstr>PROBLEM STATEMENT</vt:lpstr>
      <vt:lpstr>DATA DESCRIPTION</vt:lpstr>
      <vt:lpstr>DATA DESCRIPTION</vt:lpstr>
      <vt:lpstr>DATABASE SCHEMA</vt:lpstr>
      <vt:lpstr>KEY FINDINGS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inspire4858@gmail.com</dc:creator>
  <cp:lastModifiedBy>inspire4858@gmail.com</cp:lastModifiedBy>
  <cp:revision>1</cp:revision>
  <dcterms:created xsi:type="dcterms:W3CDTF">2025-09-03T13:03:58Z</dcterms:created>
  <dcterms:modified xsi:type="dcterms:W3CDTF">2025-09-24T12:15:20Z</dcterms:modified>
</cp:coreProperties>
</file>